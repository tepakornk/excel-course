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8" r:id="rId3"/>
    <p:sldId id="259" r:id="rId4"/>
    <p:sldId id="257" r:id="rId5"/>
    <p:sldId id="256" r:id="rId6"/>
    <p:sldId id="260" r:id="rId7"/>
    <p:sldId id="267" r:id="rId8"/>
    <p:sldId id="262" r:id="rId9"/>
    <p:sldId id="269" r:id="rId10"/>
    <p:sldId id="268" r:id="rId11"/>
    <p:sldId id="265" r:id="rId12"/>
    <p:sldId id="261" r:id="rId13"/>
    <p:sldId id="264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029EFB-23BE-4471-9881-B3A82B6803E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DA0397-48FB-4FDB-AF39-25CFF5EFD290}">
      <dgm:prSet phldrT="[Text]"/>
      <dgm:spPr/>
      <dgm:t>
        <a:bodyPr/>
        <a:lstStyle/>
        <a:p>
          <a:pPr>
            <a:buNone/>
          </a:pPr>
          <a:r>
            <a:rPr lang="en-US" dirty="0"/>
            <a:t>1. Value (</a:t>
          </a:r>
          <a:r>
            <a:rPr lang="th-TH" dirty="0"/>
            <a:t>ข้อมูลภายใน)</a:t>
          </a:r>
          <a:endParaRPr lang="en-US" dirty="0"/>
        </a:p>
      </dgm:t>
    </dgm:pt>
    <dgm:pt modelId="{496E3B97-14AD-4F1E-8376-BF264E5A7D19}" type="parTrans" cxnId="{C87BF526-9BBB-48A3-8C44-BB81EC1C33FF}">
      <dgm:prSet/>
      <dgm:spPr/>
      <dgm:t>
        <a:bodyPr/>
        <a:lstStyle/>
        <a:p>
          <a:endParaRPr lang="en-US"/>
        </a:p>
      </dgm:t>
    </dgm:pt>
    <dgm:pt modelId="{13523E09-838D-4F99-A18F-DDCC52A19652}" type="sibTrans" cxnId="{C87BF526-9BBB-48A3-8C44-BB81EC1C33FF}">
      <dgm:prSet/>
      <dgm:spPr/>
      <dgm:t>
        <a:bodyPr/>
        <a:lstStyle/>
        <a:p>
          <a:endParaRPr lang="en-US"/>
        </a:p>
      </dgm:t>
    </dgm:pt>
    <dgm:pt modelId="{150965FA-D707-4D78-9303-5552DFA7D7BE}">
      <dgm:prSet phldrT="[Text]"/>
      <dgm:spPr/>
      <dgm:t>
        <a:bodyPr/>
        <a:lstStyle/>
        <a:p>
          <a:pPr>
            <a:buNone/>
          </a:pPr>
          <a:r>
            <a:rPr lang="en-US" b="1" dirty="0"/>
            <a:t>Stored Value (</a:t>
          </a:r>
          <a:r>
            <a:rPr lang="th-TH" b="1" dirty="0"/>
            <a:t>ค่าจริงที่จัดเก็บ)</a:t>
          </a:r>
          <a:endParaRPr lang="en-US" dirty="0"/>
        </a:p>
      </dgm:t>
    </dgm:pt>
    <dgm:pt modelId="{25F4A48F-5C8B-482C-84C4-1D262042994C}" type="parTrans" cxnId="{F8B56DE1-BBC5-49A9-A049-1ADF380C26DB}">
      <dgm:prSet/>
      <dgm:spPr/>
      <dgm:t>
        <a:bodyPr/>
        <a:lstStyle/>
        <a:p>
          <a:endParaRPr lang="en-US"/>
        </a:p>
      </dgm:t>
    </dgm:pt>
    <dgm:pt modelId="{9ECBDD7C-5AFB-4486-995F-2539DD84E342}" type="sibTrans" cxnId="{F8B56DE1-BBC5-49A9-A049-1ADF380C26DB}">
      <dgm:prSet/>
      <dgm:spPr/>
      <dgm:t>
        <a:bodyPr/>
        <a:lstStyle/>
        <a:p>
          <a:endParaRPr lang="en-US"/>
        </a:p>
      </dgm:t>
    </dgm:pt>
    <dgm:pt modelId="{AC528264-87BC-47F5-AC1B-40C6CAFACEC8}">
      <dgm:prSet phldrT="[Text]"/>
      <dgm:spPr/>
      <dgm:t>
        <a:bodyPr/>
        <a:lstStyle/>
        <a:p>
          <a:pPr>
            <a:buNone/>
          </a:pPr>
          <a:r>
            <a:rPr lang="en-US" dirty="0"/>
            <a:t>2. Properties (</a:t>
          </a:r>
          <a:r>
            <a:rPr lang="th-TH" dirty="0"/>
            <a:t>คุณสมบัติภายนอก)</a:t>
          </a:r>
          <a:endParaRPr lang="en-US" dirty="0"/>
        </a:p>
      </dgm:t>
    </dgm:pt>
    <dgm:pt modelId="{1AC10D84-7350-46F5-9BC4-A9B6CFE40B1A}" type="parTrans" cxnId="{2A618C0A-8879-4AC9-A485-3A59DE1E36F0}">
      <dgm:prSet/>
      <dgm:spPr/>
      <dgm:t>
        <a:bodyPr/>
        <a:lstStyle/>
        <a:p>
          <a:endParaRPr lang="en-US"/>
        </a:p>
      </dgm:t>
    </dgm:pt>
    <dgm:pt modelId="{D111E2ED-F74E-4B24-9456-8354BF5EFED4}" type="sibTrans" cxnId="{2A618C0A-8879-4AC9-A485-3A59DE1E36F0}">
      <dgm:prSet/>
      <dgm:spPr/>
      <dgm:t>
        <a:bodyPr/>
        <a:lstStyle/>
        <a:p>
          <a:endParaRPr lang="en-US"/>
        </a:p>
      </dgm:t>
    </dgm:pt>
    <dgm:pt modelId="{85B9311C-206D-46F1-9131-81835E75CCFD}">
      <dgm:prSet phldrT="[Text]"/>
      <dgm:spPr/>
      <dgm:t>
        <a:bodyPr/>
        <a:lstStyle/>
        <a:p>
          <a:pPr>
            <a:buNone/>
          </a:pPr>
          <a:r>
            <a:rPr lang="en-US" b="1" dirty="0"/>
            <a:t>Formatting (</a:t>
          </a:r>
          <a:r>
            <a:rPr lang="th-TH" b="1" dirty="0"/>
            <a:t>การตกแต่ง)</a:t>
          </a:r>
          <a:endParaRPr lang="en-US" dirty="0"/>
        </a:p>
      </dgm:t>
    </dgm:pt>
    <dgm:pt modelId="{71CFB03A-ACBF-4A00-B8E6-1ED4FD4002C2}" type="parTrans" cxnId="{17A7E795-3F40-450F-8BEB-876B9E7E134D}">
      <dgm:prSet/>
      <dgm:spPr/>
      <dgm:t>
        <a:bodyPr/>
        <a:lstStyle/>
        <a:p>
          <a:endParaRPr lang="en-US"/>
        </a:p>
      </dgm:t>
    </dgm:pt>
    <dgm:pt modelId="{E508EF81-3252-4EE6-A8AB-855E6F2B3318}" type="sibTrans" cxnId="{17A7E795-3F40-450F-8BEB-876B9E7E134D}">
      <dgm:prSet/>
      <dgm:spPr/>
      <dgm:t>
        <a:bodyPr/>
        <a:lstStyle/>
        <a:p>
          <a:endParaRPr lang="en-US"/>
        </a:p>
      </dgm:t>
    </dgm:pt>
    <dgm:pt modelId="{4CEE77FF-5C72-43ED-99A5-69AEB44BFC5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th-TH"/>
            <a:t>ดูได้ที่ </a:t>
          </a:r>
          <a:r>
            <a:rPr lang="en-US" i="1"/>
            <a:t>Formula Bar</a:t>
          </a:r>
          <a:endParaRPr lang="en-US"/>
        </a:p>
      </dgm:t>
    </dgm:pt>
    <dgm:pt modelId="{BD3320F0-2A78-42DE-9EE8-46D65CB7AB95}" type="parTrans" cxnId="{66572B73-8999-4908-A68D-5175DB01DA9F}">
      <dgm:prSet/>
      <dgm:spPr/>
      <dgm:t>
        <a:bodyPr/>
        <a:lstStyle/>
        <a:p>
          <a:endParaRPr lang="en-US"/>
        </a:p>
      </dgm:t>
    </dgm:pt>
    <dgm:pt modelId="{0DEA2AFA-3D3C-4095-87B7-26D6E26F3C23}" type="sibTrans" cxnId="{66572B73-8999-4908-A68D-5175DB01DA9F}">
      <dgm:prSet/>
      <dgm:spPr/>
      <dgm:t>
        <a:bodyPr/>
        <a:lstStyle/>
        <a:p>
          <a:endParaRPr lang="en-US"/>
        </a:p>
      </dgm:t>
    </dgm:pt>
    <dgm:pt modelId="{692EB664-17BA-42B7-B0AC-D27B1A531D5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th-TH"/>
            <a:t>ใช้สำหรับคำนวณ (</a:t>
          </a:r>
          <a:r>
            <a:rPr lang="en-US"/>
            <a:t>Calculation)</a:t>
          </a:r>
        </a:p>
      </dgm:t>
    </dgm:pt>
    <dgm:pt modelId="{17A9BFF6-B5D5-4EBE-9DCD-8CCB9E1E3F97}" type="parTrans" cxnId="{5D61EFE8-1E29-43CD-AA79-FEAEC1603397}">
      <dgm:prSet/>
      <dgm:spPr/>
      <dgm:t>
        <a:bodyPr/>
        <a:lstStyle/>
        <a:p>
          <a:endParaRPr lang="en-US"/>
        </a:p>
      </dgm:t>
    </dgm:pt>
    <dgm:pt modelId="{7C974E7F-2C04-4B7F-BDD4-8E12FADC9692}" type="sibTrans" cxnId="{5D61EFE8-1E29-43CD-AA79-FEAEC1603397}">
      <dgm:prSet/>
      <dgm:spPr/>
      <dgm:t>
        <a:bodyPr/>
        <a:lstStyle/>
        <a:p>
          <a:endParaRPr lang="en-US"/>
        </a:p>
      </dgm:t>
    </dgm:pt>
    <dgm:pt modelId="{739C1918-E2BA-40D6-990B-B0EDCF2FD02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th-TH"/>
            <a:t>ประเภท: </a:t>
          </a:r>
          <a:r>
            <a:rPr lang="en-US"/>
            <a:t>Number, Text, Boolean (True/False), Formula</a:t>
          </a:r>
        </a:p>
      </dgm:t>
    </dgm:pt>
    <dgm:pt modelId="{B4E7AACF-5F4E-4AA7-98BA-A70185F5AE6A}" type="parTrans" cxnId="{F02FE95B-1C50-4622-9FAF-06048B019886}">
      <dgm:prSet/>
      <dgm:spPr/>
      <dgm:t>
        <a:bodyPr/>
        <a:lstStyle/>
        <a:p>
          <a:endParaRPr lang="en-US"/>
        </a:p>
      </dgm:t>
    </dgm:pt>
    <dgm:pt modelId="{66CBF31C-DA24-4144-A1D3-0A24800E842C}" type="sibTrans" cxnId="{F02FE95B-1C50-4622-9FAF-06048B019886}">
      <dgm:prSet/>
      <dgm:spPr/>
      <dgm:t>
        <a:bodyPr/>
        <a:lstStyle/>
        <a:p>
          <a:endParaRPr lang="en-US"/>
        </a:p>
      </dgm:t>
    </dgm:pt>
    <dgm:pt modelId="{E88F9E7A-A53C-4311-9D8E-202AA41A0BC4}">
      <dgm:prSet/>
      <dgm:spPr/>
      <dgm:t>
        <a:bodyPr/>
        <a:lstStyle/>
        <a:p>
          <a:pPr>
            <a:buNone/>
          </a:pPr>
          <a:r>
            <a:rPr lang="en-US" b="1"/>
            <a:t>Display Value (</a:t>
          </a:r>
          <a:r>
            <a:rPr lang="th-TH" b="1"/>
            <a:t>ค่าที่แสดงผล)</a:t>
          </a:r>
          <a:endParaRPr lang="th-TH"/>
        </a:p>
      </dgm:t>
    </dgm:pt>
    <dgm:pt modelId="{51359FEA-8840-47A7-B0F1-A80E4C3CA86F}" type="parTrans" cxnId="{DBFFDC47-DE7A-44A3-AE3B-F252A21AC85A}">
      <dgm:prSet/>
      <dgm:spPr/>
      <dgm:t>
        <a:bodyPr/>
        <a:lstStyle/>
        <a:p>
          <a:endParaRPr lang="en-US"/>
        </a:p>
      </dgm:t>
    </dgm:pt>
    <dgm:pt modelId="{69B0732D-488E-4C5C-B468-DDA868E7C696}" type="sibTrans" cxnId="{DBFFDC47-DE7A-44A3-AE3B-F252A21AC85A}">
      <dgm:prSet/>
      <dgm:spPr/>
      <dgm:t>
        <a:bodyPr/>
        <a:lstStyle/>
        <a:p>
          <a:endParaRPr lang="en-US"/>
        </a:p>
      </dgm:t>
    </dgm:pt>
    <dgm:pt modelId="{15970799-69E9-4D7A-B0ED-E382BEFB425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th-TH"/>
            <a:t>เกิดจากการใส่ </a:t>
          </a:r>
          <a:r>
            <a:rPr lang="en-US" i="1"/>
            <a:t>Number Format</a:t>
          </a:r>
          <a:endParaRPr lang="en-US"/>
        </a:p>
      </dgm:t>
    </dgm:pt>
    <dgm:pt modelId="{DBC2FDCE-0976-4507-9CFD-9D2CF04F02DE}" type="parTrans" cxnId="{223A6C5D-94FF-4569-BFD9-DE3F10E2FF39}">
      <dgm:prSet/>
      <dgm:spPr/>
      <dgm:t>
        <a:bodyPr/>
        <a:lstStyle/>
        <a:p>
          <a:endParaRPr lang="en-US"/>
        </a:p>
      </dgm:t>
    </dgm:pt>
    <dgm:pt modelId="{31008AB7-D54E-4587-AF18-46219BB7B623}" type="sibTrans" cxnId="{223A6C5D-94FF-4569-BFD9-DE3F10E2FF39}">
      <dgm:prSet/>
      <dgm:spPr/>
      <dgm:t>
        <a:bodyPr/>
        <a:lstStyle/>
        <a:p>
          <a:endParaRPr lang="en-US"/>
        </a:p>
      </dgm:t>
    </dgm:pt>
    <dgm:pt modelId="{FA92534C-0058-4818-9BF9-CCE42359D47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th-TH"/>
            <a:t>สิ่งที่ตาเห็นในตาราง</a:t>
          </a:r>
        </a:p>
      </dgm:t>
    </dgm:pt>
    <dgm:pt modelId="{D5C109CA-CD6D-413F-9F0A-A96040903A07}" type="parTrans" cxnId="{186C0E37-72F9-44D5-AB84-FA812E05B186}">
      <dgm:prSet/>
      <dgm:spPr/>
      <dgm:t>
        <a:bodyPr/>
        <a:lstStyle/>
        <a:p>
          <a:endParaRPr lang="en-US"/>
        </a:p>
      </dgm:t>
    </dgm:pt>
    <dgm:pt modelId="{1D80A181-1BE6-487B-A95A-9D65E67EBA0E}" type="sibTrans" cxnId="{186C0E37-72F9-44D5-AB84-FA812E05B186}">
      <dgm:prSet/>
      <dgm:spPr/>
      <dgm:t>
        <a:bodyPr/>
        <a:lstStyle/>
        <a:p>
          <a:endParaRPr lang="en-US"/>
        </a:p>
      </dgm:t>
    </dgm:pt>
    <dgm:pt modelId="{4174B1B0-3A7F-4323-9BE1-94360F72332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th-TH" i="1"/>
            <a:t>ตัวอย่าง:</a:t>
          </a:r>
          <a:r>
            <a:rPr lang="th-TH"/>
            <a:t> * 0.07 (</a:t>
          </a:r>
          <a:r>
            <a:rPr lang="en-US"/>
            <a:t>Stored) → 7% (Display)</a:t>
          </a:r>
        </a:p>
      </dgm:t>
    </dgm:pt>
    <dgm:pt modelId="{5F05568E-4A90-4426-83F2-92F6C8DDBD39}" type="parTrans" cxnId="{9DA4EACC-2BFE-4024-A445-45B5C837D5F3}">
      <dgm:prSet/>
      <dgm:spPr/>
      <dgm:t>
        <a:bodyPr/>
        <a:lstStyle/>
        <a:p>
          <a:endParaRPr lang="en-US"/>
        </a:p>
      </dgm:t>
    </dgm:pt>
    <dgm:pt modelId="{CCA60DAB-A12E-4515-8EC4-8DEEC9A7F7EF}" type="sibTrans" cxnId="{9DA4EACC-2BFE-4024-A445-45B5C837D5F3}">
      <dgm:prSet/>
      <dgm:spPr/>
      <dgm:t>
        <a:bodyPr/>
        <a:lstStyle/>
        <a:p>
          <a:endParaRPr lang="en-US"/>
        </a:p>
      </dgm:t>
    </dgm:pt>
    <dgm:pt modelId="{D0D64427-3F80-4E6F-957A-AACBB5FE944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45350 (Stored) → 20/03/2026 (Display)</a:t>
          </a:r>
        </a:p>
      </dgm:t>
    </dgm:pt>
    <dgm:pt modelId="{70F8C124-108E-4F7C-BD1A-3573F305E7CF}" type="parTrans" cxnId="{4AF28151-FA4D-4101-958A-45B5E91C545E}">
      <dgm:prSet/>
      <dgm:spPr/>
      <dgm:t>
        <a:bodyPr/>
        <a:lstStyle/>
        <a:p>
          <a:endParaRPr lang="en-US"/>
        </a:p>
      </dgm:t>
    </dgm:pt>
    <dgm:pt modelId="{DA15D8AF-C852-4AA2-B62B-B7FAB3E72FE6}" type="sibTrans" cxnId="{4AF28151-FA4D-4101-958A-45B5E91C545E}">
      <dgm:prSet/>
      <dgm:spPr/>
      <dgm:t>
        <a:bodyPr/>
        <a:lstStyle/>
        <a:p>
          <a:endParaRPr lang="en-US"/>
        </a:p>
      </dgm:t>
    </dgm:pt>
    <dgm:pt modelId="{904D8938-EC0F-4B03-A53A-C5F4ADBB6092}">
      <dgm:prSet/>
      <dgm:spPr/>
      <dgm:t>
        <a:bodyPr/>
        <a:lstStyle/>
        <a:p>
          <a:r>
            <a:rPr lang="en-US" i="1" dirty="0"/>
            <a:t>Font:</a:t>
          </a:r>
          <a:r>
            <a:rPr lang="en-US" dirty="0"/>
            <a:t> </a:t>
          </a:r>
          <a:r>
            <a:rPr lang="th-TH" dirty="0"/>
            <a:t>ขนาด, สี, ตัวหนา/เอียง</a:t>
          </a:r>
          <a:r>
            <a:rPr lang="en-US" i="1" dirty="0"/>
            <a:t>Fill:</a:t>
          </a:r>
          <a:r>
            <a:rPr lang="en-US" dirty="0"/>
            <a:t> </a:t>
          </a:r>
          <a:r>
            <a:rPr lang="th-TH" dirty="0"/>
            <a:t>สีพื้นหลัง</a:t>
          </a:r>
          <a:r>
            <a:rPr lang="en-US" i="1" dirty="0"/>
            <a:t>Border:</a:t>
          </a:r>
          <a:r>
            <a:rPr lang="en-US" dirty="0"/>
            <a:t> </a:t>
          </a:r>
          <a:r>
            <a:rPr lang="th-TH" dirty="0"/>
            <a:t>เส้นขอบ</a:t>
          </a:r>
        </a:p>
      </dgm:t>
    </dgm:pt>
    <dgm:pt modelId="{1DEEFBD7-56B0-4920-8083-06193E42A5B8}" type="parTrans" cxnId="{3FC8F668-9A5B-43F5-BD1F-AB5A64EF5ADE}">
      <dgm:prSet/>
      <dgm:spPr/>
      <dgm:t>
        <a:bodyPr/>
        <a:lstStyle/>
        <a:p>
          <a:endParaRPr lang="en-US"/>
        </a:p>
      </dgm:t>
    </dgm:pt>
    <dgm:pt modelId="{CF2E8997-98C7-4E35-A59B-FBE073946F41}" type="sibTrans" cxnId="{3FC8F668-9A5B-43F5-BD1F-AB5A64EF5ADE}">
      <dgm:prSet/>
      <dgm:spPr/>
      <dgm:t>
        <a:bodyPr/>
        <a:lstStyle/>
        <a:p>
          <a:endParaRPr lang="en-US"/>
        </a:p>
      </dgm:t>
    </dgm:pt>
    <dgm:pt modelId="{9B834B2C-C4C0-4D15-8459-FB267E5996A0}">
      <dgm:prSet/>
      <dgm:spPr/>
      <dgm:t>
        <a:bodyPr/>
        <a:lstStyle/>
        <a:p>
          <a:r>
            <a:rPr lang="en-US" b="1"/>
            <a:t>Alignment (</a:t>
          </a:r>
          <a:r>
            <a:rPr lang="th-TH" b="1"/>
            <a:t>การจัดวาง)</a:t>
          </a:r>
          <a:endParaRPr lang="th-TH" dirty="0"/>
        </a:p>
      </dgm:t>
    </dgm:pt>
    <dgm:pt modelId="{19CA2038-34F2-4834-9089-4F7154DEA6E2}" type="parTrans" cxnId="{341B588E-32DD-44A0-B065-C27AC695BFC5}">
      <dgm:prSet/>
      <dgm:spPr/>
      <dgm:t>
        <a:bodyPr/>
        <a:lstStyle/>
        <a:p>
          <a:endParaRPr lang="en-US"/>
        </a:p>
      </dgm:t>
    </dgm:pt>
    <dgm:pt modelId="{FA7B8AB0-7FF1-4F7A-B6A2-D6CFA0BFE352}" type="sibTrans" cxnId="{341B588E-32DD-44A0-B065-C27AC695BFC5}">
      <dgm:prSet/>
      <dgm:spPr/>
      <dgm:t>
        <a:bodyPr/>
        <a:lstStyle/>
        <a:p>
          <a:endParaRPr lang="en-US"/>
        </a:p>
      </dgm:t>
    </dgm:pt>
    <dgm:pt modelId="{6FE3F253-EF9E-4C77-8D1F-387380BE2F5F}">
      <dgm:prSet/>
      <dgm:spPr/>
      <dgm:t>
        <a:bodyPr/>
        <a:lstStyle/>
        <a:p>
          <a:r>
            <a:rPr lang="en-US" dirty="0"/>
            <a:t>Wrap Text (</a:t>
          </a:r>
          <a:r>
            <a:rPr lang="th-TH" dirty="0"/>
            <a:t>ตัดคำ) / </a:t>
          </a:r>
          <a:r>
            <a:rPr lang="en-US" dirty="0"/>
            <a:t>Merge Cells (</a:t>
          </a:r>
          <a:r>
            <a:rPr lang="th-TH" dirty="0"/>
            <a:t>ผสานเซลล์)</a:t>
          </a:r>
        </a:p>
      </dgm:t>
    </dgm:pt>
    <dgm:pt modelId="{AA7EADE3-61F3-4D15-9421-62BF6CD1E27A}" type="parTrans" cxnId="{F64F0363-6751-49B0-B043-48C9BF8E5820}">
      <dgm:prSet/>
      <dgm:spPr/>
      <dgm:t>
        <a:bodyPr/>
        <a:lstStyle/>
        <a:p>
          <a:endParaRPr lang="en-US"/>
        </a:p>
      </dgm:t>
    </dgm:pt>
    <dgm:pt modelId="{74D0D77E-A5F9-4C0F-8691-46CB26300B10}" type="sibTrans" cxnId="{F64F0363-6751-49B0-B043-48C9BF8E5820}">
      <dgm:prSet/>
      <dgm:spPr/>
      <dgm:t>
        <a:bodyPr/>
        <a:lstStyle/>
        <a:p>
          <a:endParaRPr lang="en-US"/>
        </a:p>
      </dgm:t>
    </dgm:pt>
    <dgm:pt modelId="{72620A9E-4E63-4024-8978-0CC1AC39C79F}">
      <dgm:prSet/>
      <dgm:spPr/>
      <dgm:t>
        <a:bodyPr/>
        <a:lstStyle/>
        <a:p>
          <a:r>
            <a:rPr lang="en-US" b="1"/>
            <a:t>Protection (</a:t>
          </a:r>
          <a:r>
            <a:rPr lang="th-TH" b="1"/>
            <a:t>การป้องกัน)</a:t>
          </a:r>
          <a:endParaRPr lang="th-TH" dirty="0"/>
        </a:p>
      </dgm:t>
    </dgm:pt>
    <dgm:pt modelId="{AF9F866D-9C05-4D84-A66A-D27B18259DB6}" type="parTrans" cxnId="{1E36390C-8BAE-4086-A055-CDCAEF091E35}">
      <dgm:prSet/>
      <dgm:spPr/>
      <dgm:t>
        <a:bodyPr/>
        <a:lstStyle/>
        <a:p>
          <a:endParaRPr lang="en-US"/>
        </a:p>
      </dgm:t>
    </dgm:pt>
    <dgm:pt modelId="{6F298D7A-759E-4666-9294-E8C2D85738C6}" type="sibTrans" cxnId="{1E36390C-8BAE-4086-A055-CDCAEF091E35}">
      <dgm:prSet/>
      <dgm:spPr/>
      <dgm:t>
        <a:bodyPr/>
        <a:lstStyle/>
        <a:p>
          <a:endParaRPr lang="en-US"/>
        </a:p>
      </dgm:t>
    </dgm:pt>
    <dgm:pt modelId="{3CE1D6CE-F327-4700-899D-D22EBEE3F465}">
      <dgm:prSet/>
      <dgm:spPr/>
      <dgm:t>
        <a:bodyPr/>
        <a:lstStyle/>
        <a:p>
          <a:r>
            <a:rPr lang="en-US" b="1" dirty="0"/>
            <a:t>Validation (</a:t>
          </a:r>
          <a:r>
            <a:rPr lang="th-TH" b="1" dirty="0"/>
            <a:t>กฎข้อมูล)</a:t>
          </a:r>
          <a:endParaRPr lang="th-TH" dirty="0"/>
        </a:p>
      </dgm:t>
    </dgm:pt>
    <dgm:pt modelId="{B3F7A8A1-8789-4F8E-9BB3-C596DEC19967}" type="parTrans" cxnId="{01AEA264-53F2-4AD1-9965-406A2EE50715}">
      <dgm:prSet/>
      <dgm:spPr/>
      <dgm:t>
        <a:bodyPr/>
        <a:lstStyle/>
        <a:p>
          <a:endParaRPr lang="en-US"/>
        </a:p>
      </dgm:t>
    </dgm:pt>
    <dgm:pt modelId="{5BC13F0F-B531-43DD-AFE1-7A063D35AED5}" type="sibTrans" cxnId="{01AEA264-53F2-4AD1-9965-406A2EE50715}">
      <dgm:prSet/>
      <dgm:spPr/>
      <dgm:t>
        <a:bodyPr/>
        <a:lstStyle/>
        <a:p>
          <a:endParaRPr lang="en-US"/>
        </a:p>
      </dgm:t>
    </dgm:pt>
    <dgm:pt modelId="{53D1BE8B-11CB-4D66-9FED-666FEB306672}" type="pres">
      <dgm:prSet presAssocID="{73029EFB-23BE-4471-9881-B3A82B6803EE}" presName="linear" presStyleCnt="0">
        <dgm:presLayoutVars>
          <dgm:animLvl val="lvl"/>
          <dgm:resizeHandles val="exact"/>
        </dgm:presLayoutVars>
      </dgm:prSet>
      <dgm:spPr/>
    </dgm:pt>
    <dgm:pt modelId="{0F9D27FC-CD9A-407A-9887-52A3CDF85FEB}" type="pres">
      <dgm:prSet presAssocID="{EDDA0397-48FB-4FDB-AF39-25CFF5EFD29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5D7034D-1ED6-4839-9837-9998FAC0E10D}" type="pres">
      <dgm:prSet presAssocID="{EDDA0397-48FB-4FDB-AF39-25CFF5EFD290}" presName="childText" presStyleLbl="revTx" presStyleIdx="0" presStyleCnt="2">
        <dgm:presLayoutVars>
          <dgm:bulletEnabled val="1"/>
        </dgm:presLayoutVars>
      </dgm:prSet>
      <dgm:spPr/>
    </dgm:pt>
    <dgm:pt modelId="{23D35F13-90D7-49C6-BA0A-6BBADE1CC197}" type="pres">
      <dgm:prSet presAssocID="{AC528264-87BC-47F5-AC1B-40C6CAFACEC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3A79C4E-A58C-405D-A094-C6342B32F0CB}" type="pres">
      <dgm:prSet presAssocID="{AC528264-87BC-47F5-AC1B-40C6CAFACEC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2A618C0A-8879-4AC9-A485-3A59DE1E36F0}" srcId="{73029EFB-23BE-4471-9881-B3A82B6803EE}" destId="{AC528264-87BC-47F5-AC1B-40C6CAFACEC8}" srcOrd="1" destOrd="0" parTransId="{1AC10D84-7350-46F5-9BC4-A9B6CFE40B1A}" sibTransId="{D111E2ED-F74E-4B24-9456-8354BF5EFED4}"/>
    <dgm:cxn modelId="{1E36390C-8BAE-4086-A055-CDCAEF091E35}" srcId="{AC528264-87BC-47F5-AC1B-40C6CAFACEC8}" destId="{72620A9E-4E63-4024-8978-0CC1AC39C79F}" srcOrd="4" destOrd="0" parTransId="{AF9F866D-9C05-4D84-A66A-D27B18259DB6}" sibTransId="{6F298D7A-759E-4666-9294-E8C2D85738C6}"/>
    <dgm:cxn modelId="{C9D5B816-A798-4DDA-A3C4-35D49EB5D4FA}" type="presOf" srcId="{4CEE77FF-5C72-43ED-99A5-69AEB44BFC5C}" destId="{45D7034D-1ED6-4839-9837-9998FAC0E10D}" srcOrd="0" destOrd="1" presId="urn:microsoft.com/office/officeart/2005/8/layout/vList2"/>
    <dgm:cxn modelId="{E9718724-96A9-4C47-8208-97D32B624D85}" type="presOf" srcId="{4174B1B0-3A7F-4323-9BE1-94360F723323}" destId="{45D7034D-1ED6-4839-9837-9998FAC0E10D}" srcOrd="0" destOrd="7" presId="urn:microsoft.com/office/officeart/2005/8/layout/vList2"/>
    <dgm:cxn modelId="{68189225-DBC8-4C52-BB8D-002D9D607EA0}" type="presOf" srcId="{73029EFB-23BE-4471-9881-B3A82B6803EE}" destId="{53D1BE8B-11CB-4D66-9FED-666FEB306672}" srcOrd="0" destOrd="0" presId="urn:microsoft.com/office/officeart/2005/8/layout/vList2"/>
    <dgm:cxn modelId="{C87BF526-9BBB-48A3-8C44-BB81EC1C33FF}" srcId="{73029EFB-23BE-4471-9881-B3A82B6803EE}" destId="{EDDA0397-48FB-4FDB-AF39-25CFF5EFD290}" srcOrd="0" destOrd="0" parTransId="{496E3B97-14AD-4F1E-8376-BF264E5A7D19}" sibTransId="{13523E09-838D-4F99-A18F-DDCC52A19652}"/>
    <dgm:cxn modelId="{1A4FAE2F-0E11-4AEC-888F-A834E8562DCA}" type="presOf" srcId="{AC528264-87BC-47F5-AC1B-40C6CAFACEC8}" destId="{23D35F13-90D7-49C6-BA0A-6BBADE1CC197}" srcOrd="0" destOrd="0" presId="urn:microsoft.com/office/officeart/2005/8/layout/vList2"/>
    <dgm:cxn modelId="{91D5BF31-15FE-4EF7-A18F-99199970486D}" type="presOf" srcId="{739C1918-E2BA-40D6-990B-B0EDCF2FD02C}" destId="{45D7034D-1ED6-4839-9837-9998FAC0E10D}" srcOrd="0" destOrd="3" presId="urn:microsoft.com/office/officeart/2005/8/layout/vList2"/>
    <dgm:cxn modelId="{186C0E37-72F9-44D5-AB84-FA812E05B186}" srcId="{EDDA0397-48FB-4FDB-AF39-25CFF5EFD290}" destId="{FA92534C-0058-4818-9BF9-CCE42359D47B}" srcOrd="6" destOrd="0" parTransId="{D5C109CA-CD6D-413F-9F0A-A96040903A07}" sibTransId="{1D80A181-1BE6-487B-A95A-9D65E67EBA0E}"/>
    <dgm:cxn modelId="{3840AE3B-A7F5-4102-B508-00DB2444061F}" type="presOf" srcId="{FA92534C-0058-4818-9BF9-CCE42359D47B}" destId="{45D7034D-1ED6-4839-9837-9998FAC0E10D}" srcOrd="0" destOrd="6" presId="urn:microsoft.com/office/officeart/2005/8/layout/vList2"/>
    <dgm:cxn modelId="{F02FE95B-1C50-4622-9FAF-06048B019886}" srcId="{EDDA0397-48FB-4FDB-AF39-25CFF5EFD290}" destId="{739C1918-E2BA-40D6-990B-B0EDCF2FD02C}" srcOrd="3" destOrd="0" parTransId="{B4E7AACF-5F4E-4AA7-98BA-A70185F5AE6A}" sibTransId="{66CBF31C-DA24-4144-A1D3-0A24800E842C}"/>
    <dgm:cxn modelId="{223A6C5D-94FF-4569-BFD9-DE3F10E2FF39}" srcId="{EDDA0397-48FB-4FDB-AF39-25CFF5EFD290}" destId="{15970799-69E9-4D7A-B0ED-E382BEFB4259}" srcOrd="5" destOrd="0" parTransId="{DBC2FDCE-0976-4507-9CFD-9D2CF04F02DE}" sibTransId="{31008AB7-D54E-4587-AF18-46219BB7B623}"/>
    <dgm:cxn modelId="{F64F0363-6751-49B0-B043-48C9BF8E5820}" srcId="{AC528264-87BC-47F5-AC1B-40C6CAFACEC8}" destId="{6FE3F253-EF9E-4C77-8D1F-387380BE2F5F}" srcOrd="3" destOrd="0" parTransId="{AA7EADE3-61F3-4D15-9421-62BF6CD1E27A}" sibTransId="{74D0D77E-A5F9-4C0F-8691-46CB26300B10}"/>
    <dgm:cxn modelId="{E8376E43-7466-4C07-9AB7-6E3069195231}" type="presOf" srcId="{72620A9E-4E63-4024-8978-0CC1AC39C79F}" destId="{53A79C4E-A58C-405D-A094-C6342B32F0CB}" srcOrd="0" destOrd="4" presId="urn:microsoft.com/office/officeart/2005/8/layout/vList2"/>
    <dgm:cxn modelId="{01AEA264-53F2-4AD1-9965-406A2EE50715}" srcId="{AC528264-87BC-47F5-AC1B-40C6CAFACEC8}" destId="{3CE1D6CE-F327-4700-899D-D22EBEE3F465}" srcOrd="5" destOrd="0" parTransId="{B3F7A8A1-8789-4F8E-9BB3-C596DEC19967}" sibTransId="{5BC13F0F-B531-43DD-AFE1-7A063D35AED5}"/>
    <dgm:cxn modelId="{AA461C67-F2CD-4F3A-B131-E0AF7BBD5D33}" type="presOf" srcId="{9B834B2C-C4C0-4D15-8459-FB267E5996A0}" destId="{53A79C4E-A58C-405D-A094-C6342B32F0CB}" srcOrd="0" destOrd="2" presId="urn:microsoft.com/office/officeart/2005/8/layout/vList2"/>
    <dgm:cxn modelId="{DBFFDC47-DE7A-44A3-AE3B-F252A21AC85A}" srcId="{EDDA0397-48FB-4FDB-AF39-25CFF5EFD290}" destId="{E88F9E7A-A53C-4311-9D8E-202AA41A0BC4}" srcOrd="4" destOrd="0" parTransId="{51359FEA-8840-47A7-B0F1-A80E4C3CA86F}" sibTransId="{69B0732D-488E-4C5C-B468-DDA868E7C696}"/>
    <dgm:cxn modelId="{35D92F48-2242-49E9-8A38-37E2C6F30083}" type="presOf" srcId="{6FE3F253-EF9E-4C77-8D1F-387380BE2F5F}" destId="{53A79C4E-A58C-405D-A094-C6342B32F0CB}" srcOrd="0" destOrd="3" presId="urn:microsoft.com/office/officeart/2005/8/layout/vList2"/>
    <dgm:cxn modelId="{3FC8F668-9A5B-43F5-BD1F-AB5A64EF5ADE}" srcId="{AC528264-87BC-47F5-AC1B-40C6CAFACEC8}" destId="{904D8938-EC0F-4B03-A53A-C5F4ADBB6092}" srcOrd="1" destOrd="0" parTransId="{1DEEFBD7-56B0-4920-8083-06193E42A5B8}" sibTransId="{CF2E8997-98C7-4E35-A59B-FBE073946F41}"/>
    <dgm:cxn modelId="{4AF28151-FA4D-4101-958A-45B5E91C545E}" srcId="{4174B1B0-3A7F-4323-9BE1-94360F723323}" destId="{D0D64427-3F80-4E6F-957A-AACBB5FE9448}" srcOrd="0" destOrd="0" parTransId="{70F8C124-108E-4F7C-BD1A-3573F305E7CF}" sibTransId="{DA15D8AF-C852-4AA2-B62B-B7FAB3E72FE6}"/>
    <dgm:cxn modelId="{66572B73-8999-4908-A68D-5175DB01DA9F}" srcId="{EDDA0397-48FB-4FDB-AF39-25CFF5EFD290}" destId="{4CEE77FF-5C72-43ED-99A5-69AEB44BFC5C}" srcOrd="1" destOrd="0" parTransId="{BD3320F0-2A78-42DE-9EE8-46D65CB7AB95}" sibTransId="{0DEA2AFA-3D3C-4095-87B7-26D6E26F3C23}"/>
    <dgm:cxn modelId="{A5CFBE54-9B07-4234-B496-8B55F3603F0E}" type="presOf" srcId="{E88F9E7A-A53C-4311-9D8E-202AA41A0BC4}" destId="{45D7034D-1ED6-4839-9837-9998FAC0E10D}" srcOrd="0" destOrd="4" presId="urn:microsoft.com/office/officeart/2005/8/layout/vList2"/>
    <dgm:cxn modelId="{3F430C56-7687-4AD2-B8D8-90A3AEDB479B}" type="presOf" srcId="{15970799-69E9-4D7A-B0ED-E382BEFB4259}" destId="{45D7034D-1ED6-4839-9837-9998FAC0E10D}" srcOrd="0" destOrd="5" presId="urn:microsoft.com/office/officeart/2005/8/layout/vList2"/>
    <dgm:cxn modelId="{341B588E-32DD-44A0-B065-C27AC695BFC5}" srcId="{AC528264-87BC-47F5-AC1B-40C6CAFACEC8}" destId="{9B834B2C-C4C0-4D15-8459-FB267E5996A0}" srcOrd="2" destOrd="0" parTransId="{19CA2038-34F2-4834-9089-4F7154DEA6E2}" sibTransId="{FA7B8AB0-7FF1-4F7A-B6A2-D6CFA0BFE352}"/>
    <dgm:cxn modelId="{933B6C92-95A0-4B52-B712-2B9C7A1B1E3D}" type="presOf" srcId="{D0D64427-3F80-4E6F-957A-AACBB5FE9448}" destId="{45D7034D-1ED6-4839-9837-9998FAC0E10D}" srcOrd="0" destOrd="8" presId="urn:microsoft.com/office/officeart/2005/8/layout/vList2"/>
    <dgm:cxn modelId="{17A7E795-3F40-450F-8BEB-876B9E7E134D}" srcId="{AC528264-87BC-47F5-AC1B-40C6CAFACEC8}" destId="{85B9311C-206D-46F1-9131-81835E75CCFD}" srcOrd="0" destOrd="0" parTransId="{71CFB03A-ACBF-4A00-B8E6-1ED4FD4002C2}" sibTransId="{E508EF81-3252-4EE6-A8AB-855E6F2B3318}"/>
    <dgm:cxn modelId="{CE64EA9F-2E0A-40FB-A7AB-AE44BCF19FA0}" type="presOf" srcId="{85B9311C-206D-46F1-9131-81835E75CCFD}" destId="{53A79C4E-A58C-405D-A094-C6342B32F0CB}" srcOrd="0" destOrd="0" presId="urn:microsoft.com/office/officeart/2005/8/layout/vList2"/>
    <dgm:cxn modelId="{8FD4C7A6-23FB-4520-BBA6-4BB163750EB8}" type="presOf" srcId="{904D8938-EC0F-4B03-A53A-C5F4ADBB6092}" destId="{53A79C4E-A58C-405D-A094-C6342B32F0CB}" srcOrd="0" destOrd="1" presId="urn:microsoft.com/office/officeart/2005/8/layout/vList2"/>
    <dgm:cxn modelId="{C475F0B2-489A-48E9-9604-FD0D610AB086}" type="presOf" srcId="{EDDA0397-48FB-4FDB-AF39-25CFF5EFD290}" destId="{0F9D27FC-CD9A-407A-9887-52A3CDF85FEB}" srcOrd="0" destOrd="0" presId="urn:microsoft.com/office/officeart/2005/8/layout/vList2"/>
    <dgm:cxn modelId="{A1DC58C6-B9BE-4AE2-B47F-DF5FB2377C10}" type="presOf" srcId="{150965FA-D707-4D78-9303-5552DFA7D7BE}" destId="{45D7034D-1ED6-4839-9837-9998FAC0E10D}" srcOrd="0" destOrd="0" presId="urn:microsoft.com/office/officeart/2005/8/layout/vList2"/>
    <dgm:cxn modelId="{9DA4EACC-2BFE-4024-A445-45B5C837D5F3}" srcId="{EDDA0397-48FB-4FDB-AF39-25CFF5EFD290}" destId="{4174B1B0-3A7F-4323-9BE1-94360F723323}" srcOrd="7" destOrd="0" parTransId="{5F05568E-4A90-4426-83F2-92F6C8DDBD39}" sibTransId="{CCA60DAB-A12E-4515-8EC4-8DEEC9A7F7EF}"/>
    <dgm:cxn modelId="{A43AE4D3-EA41-473B-BC10-F98E17EAA697}" type="presOf" srcId="{692EB664-17BA-42B7-B0AC-D27B1A531D5C}" destId="{45D7034D-1ED6-4839-9837-9998FAC0E10D}" srcOrd="0" destOrd="2" presId="urn:microsoft.com/office/officeart/2005/8/layout/vList2"/>
    <dgm:cxn modelId="{F8B56DE1-BBC5-49A9-A049-1ADF380C26DB}" srcId="{EDDA0397-48FB-4FDB-AF39-25CFF5EFD290}" destId="{150965FA-D707-4D78-9303-5552DFA7D7BE}" srcOrd="0" destOrd="0" parTransId="{25F4A48F-5C8B-482C-84C4-1D262042994C}" sibTransId="{9ECBDD7C-5AFB-4486-995F-2539DD84E342}"/>
    <dgm:cxn modelId="{5D61EFE8-1E29-43CD-AA79-FEAEC1603397}" srcId="{EDDA0397-48FB-4FDB-AF39-25CFF5EFD290}" destId="{692EB664-17BA-42B7-B0AC-D27B1A531D5C}" srcOrd="2" destOrd="0" parTransId="{17A9BFF6-B5D5-4EBE-9DCD-8CCB9E1E3F97}" sibTransId="{7C974E7F-2C04-4B7F-BDD4-8E12FADC9692}"/>
    <dgm:cxn modelId="{58E81DF8-0783-4587-9561-615C5769765B}" type="presOf" srcId="{3CE1D6CE-F327-4700-899D-D22EBEE3F465}" destId="{53A79C4E-A58C-405D-A094-C6342B32F0CB}" srcOrd="0" destOrd="5" presId="urn:microsoft.com/office/officeart/2005/8/layout/vList2"/>
    <dgm:cxn modelId="{E7D2B647-2971-487E-B3BC-2D13227A7694}" type="presParOf" srcId="{53D1BE8B-11CB-4D66-9FED-666FEB306672}" destId="{0F9D27FC-CD9A-407A-9887-52A3CDF85FEB}" srcOrd="0" destOrd="0" presId="urn:microsoft.com/office/officeart/2005/8/layout/vList2"/>
    <dgm:cxn modelId="{FC7BB170-2C3D-45EE-8C14-3ED95F4F1714}" type="presParOf" srcId="{53D1BE8B-11CB-4D66-9FED-666FEB306672}" destId="{45D7034D-1ED6-4839-9837-9998FAC0E10D}" srcOrd="1" destOrd="0" presId="urn:microsoft.com/office/officeart/2005/8/layout/vList2"/>
    <dgm:cxn modelId="{067DA123-D84F-482E-8CD3-3BC274D3C506}" type="presParOf" srcId="{53D1BE8B-11CB-4D66-9FED-666FEB306672}" destId="{23D35F13-90D7-49C6-BA0A-6BBADE1CC197}" srcOrd="2" destOrd="0" presId="urn:microsoft.com/office/officeart/2005/8/layout/vList2"/>
    <dgm:cxn modelId="{F41CA260-7AF9-440F-89FA-1B6D42FDC496}" type="presParOf" srcId="{53D1BE8B-11CB-4D66-9FED-666FEB306672}" destId="{53A79C4E-A58C-405D-A094-C6342B32F0C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029EFB-23BE-4471-9881-B3A82B6803E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DA0397-48FB-4FDB-AF39-25CFF5EFD290}">
      <dgm:prSet phldrT="[Text]"/>
      <dgm:spPr/>
      <dgm:t>
        <a:bodyPr/>
        <a:lstStyle/>
        <a:p>
          <a:pPr>
            <a:buNone/>
          </a:pPr>
          <a:r>
            <a:rPr lang="en-US" dirty="0"/>
            <a:t>1. Value (</a:t>
          </a:r>
          <a:r>
            <a:rPr lang="th-TH" dirty="0"/>
            <a:t>ข้อมูลภายใน)</a:t>
          </a:r>
          <a:endParaRPr lang="en-US" dirty="0"/>
        </a:p>
      </dgm:t>
    </dgm:pt>
    <dgm:pt modelId="{496E3B97-14AD-4F1E-8376-BF264E5A7D19}" type="parTrans" cxnId="{C87BF526-9BBB-48A3-8C44-BB81EC1C33FF}">
      <dgm:prSet/>
      <dgm:spPr/>
      <dgm:t>
        <a:bodyPr/>
        <a:lstStyle/>
        <a:p>
          <a:endParaRPr lang="en-US"/>
        </a:p>
      </dgm:t>
    </dgm:pt>
    <dgm:pt modelId="{13523E09-838D-4F99-A18F-DDCC52A19652}" type="sibTrans" cxnId="{C87BF526-9BBB-48A3-8C44-BB81EC1C33FF}">
      <dgm:prSet/>
      <dgm:spPr/>
      <dgm:t>
        <a:bodyPr/>
        <a:lstStyle/>
        <a:p>
          <a:endParaRPr lang="en-US"/>
        </a:p>
      </dgm:t>
    </dgm:pt>
    <dgm:pt modelId="{150965FA-D707-4D78-9303-5552DFA7D7BE}">
      <dgm:prSet phldrT="[Text]"/>
      <dgm:spPr/>
      <dgm:t>
        <a:bodyPr/>
        <a:lstStyle/>
        <a:p>
          <a:pPr>
            <a:buNone/>
          </a:pPr>
          <a:r>
            <a:rPr lang="en-US" b="1" dirty="0"/>
            <a:t>Stored Value (</a:t>
          </a:r>
          <a:r>
            <a:rPr lang="th-TH" b="1" dirty="0"/>
            <a:t>ค่าจริงที่จัดเก็บ)</a:t>
          </a:r>
          <a:endParaRPr lang="en-US" dirty="0"/>
        </a:p>
      </dgm:t>
    </dgm:pt>
    <dgm:pt modelId="{25F4A48F-5C8B-482C-84C4-1D262042994C}" type="parTrans" cxnId="{F8B56DE1-BBC5-49A9-A049-1ADF380C26DB}">
      <dgm:prSet/>
      <dgm:spPr/>
      <dgm:t>
        <a:bodyPr/>
        <a:lstStyle/>
        <a:p>
          <a:endParaRPr lang="en-US"/>
        </a:p>
      </dgm:t>
    </dgm:pt>
    <dgm:pt modelId="{9ECBDD7C-5AFB-4486-995F-2539DD84E342}" type="sibTrans" cxnId="{F8B56DE1-BBC5-49A9-A049-1ADF380C26DB}">
      <dgm:prSet/>
      <dgm:spPr/>
      <dgm:t>
        <a:bodyPr/>
        <a:lstStyle/>
        <a:p>
          <a:endParaRPr lang="en-US"/>
        </a:p>
      </dgm:t>
    </dgm:pt>
    <dgm:pt modelId="{AC528264-87BC-47F5-AC1B-40C6CAFACEC8}">
      <dgm:prSet phldrT="[Text]"/>
      <dgm:spPr/>
      <dgm:t>
        <a:bodyPr/>
        <a:lstStyle/>
        <a:p>
          <a:pPr>
            <a:buNone/>
          </a:pPr>
          <a:r>
            <a:rPr lang="en-US" dirty="0"/>
            <a:t>2. Properties (</a:t>
          </a:r>
          <a:r>
            <a:rPr lang="th-TH" dirty="0"/>
            <a:t>คุณสมบัติภายนอก)</a:t>
          </a:r>
          <a:endParaRPr lang="en-US" dirty="0"/>
        </a:p>
      </dgm:t>
    </dgm:pt>
    <dgm:pt modelId="{1AC10D84-7350-46F5-9BC4-A9B6CFE40B1A}" type="parTrans" cxnId="{2A618C0A-8879-4AC9-A485-3A59DE1E36F0}">
      <dgm:prSet/>
      <dgm:spPr/>
      <dgm:t>
        <a:bodyPr/>
        <a:lstStyle/>
        <a:p>
          <a:endParaRPr lang="en-US"/>
        </a:p>
      </dgm:t>
    </dgm:pt>
    <dgm:pt modelId="{D111E2ED-F74E-4B24-9456-8354BF5EFED4}" type="sibTrans" cxnId="{2A618C0A-8879-4AC9-A485-3A59DE1E36F0}">
      <dgm:prSet/>
      <dgm:spPr/>
      <dgm:t>
        <a:bodyPr/>
        <a:lstStyle/>
        <a:p>
          <a:endParaRPr lang="en-US"/>
        </a:p>
      </dgm:t>
    </dgm:pt>
    <dgm:pt modelId="{85B9311C-206D-46F1-9131-81835E75CCFD}">
      <dgm:prSet phldrT="[Text]"/>
      <dgm:spPr/>
      <dgm:t>
        <a:bodyPr/>
        <a:lstStyle/>
        <a:p>
          <a:pPr>
            <a:buNone/>
          </a:pPr>
          <a:r>
            <a:rPr lang="en-US" b="1" dirty="0"/>
            <a:t>Formatting (</a:t>
          </a:r>
          <a:r>
            <a:rPr lang="th-TH" b="1" dirty="0"/>
            <a:t>การตกแต่ง)</a:t>
          </a:r>
          <a:endParaRPr lang="en-US" dirty="0"/>
        </a:p>
      </dgm:t>
    </dgm:pt>
    <dgm:pt modelId="{71CFB03A-ACBF-4A00-B8E6-1ED4FD4002C2}" type="parTrans" cxnId="{17A7E795-3F40-450F-8BEB-876B9E7E134D}">
      <dgm:prSet/>
      <dgm:spPr/>
      <dgm:t>
        <a:bodyPr/>
        <a:lstStyle/>
        <a:p>
          <a:endParaRPr lang="en-US"/>
        </a:p>
      </dgm:t>
    </dgm:pt>
    <dgm:pt modelId="{E508EF81-3252-4EE6-A8AB-855E6F2B3318}" type="sibTrans" cxnId="{17A7E795-3F40-450F-8BEB-876B9E7E134D}">
      <dgm:prSet/>
      <dgm:spPr/>
      <dgm:t>
        <a:bodyPr/>
        <a:lstStyle/>
        <a:p>
          <a:endParaRPr lang="en-US"/>
        </a:p>
      </dgm:t>
    </dgm:pt>
    <dgm:pt modelId="{E88F9E7A-A53C-4311-9D8E-202AA41A0BC4}">
      <dgm:prSet/>
      <dgm:spPr/>
      <dgm:t>
        <a:bodyPr/>
        <a:lstStyle/>
        <a:p>
          <a:pPr>
            <a:buNone/>
          </a:pPr>
          <a:r>
            <a:rPr lang="en-US" b="1" dirty="0"/>
            <a:t>Display Value (</a:t>
          </a:r>
          <a:r>
            <a:rPr lang="th-TH" b="1" dirty="0"/>
            <a:t>ค่าที่แสดงผล)</a:t>
          </a:r>
          <a:endParaRPr lang="th-TH" dirty="0"/>
        </a:p>
      </dgm:t>
    </dgm:pt>
    <dgm:pt modelId="{51359FEA-8840-47A7-B0F1-A80E4C3CA86F}" type="parTrans" cxnId="{DBFFDC47-DE7A-44A3-AE3B-F252A21AC85A}">
      <dgm:prSet/>
      <dgm:spPr/>
      <dgm:t>
        <a:bodyPr/>
        <a:lstStyle/>
        <a:p>
          <a:endParaRPr lang="en-US"/>
        </a:p>
      </dgm:t>
    </dgm:pt>
    <dgm:pt modelId="{69B0732D-488E-4C5C-B468-DDA868E7C696}" type="sibTrans" cxnId="{DBFFDC47-DE7A-44A3-AE3B-F252A21AC85A}">
      <dgm:prSet/>
      <dgm:spPr/>
      <dgm:t>
        <a:bodyPr/>
        <a:lstStyle/>
        <a:p>
          <a:endParaRPr lang="en-US"/>
        </a:p>
      </dgm:t>
    </dgm:pt>
    <dgm:pt modelId="{BE80C1C3-244D-4762-B8BE-E86699DE9BE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 dirty="0"/>
            <a:t>Font:</a:t>
          </a:r>
          <a:r>
            <a:rPr lang="en-US" dirty="0"/>
            <a:t> </a:t>
          </a:r>
          <a:r>
            <a:rPr lang="th-TH" dirty="0"/>
            <a:t>ขนาด, สี, ตัวหนา/เอียง</a:t>
          </a:r>
        </a:p>
      </dgm:t>
    </dgm:pt>
    <dgm:pt modelId="{4B5A5157-D6EC-4B46-9086-91C17AE6D12C}" type="parTrans" cxnId="{56F3C71D-AE0A-49F8-95B6-D260A651E8AE}">
      <dgm:prSet/>
      <dgm:spPr/>
      <dgm:t>
        <a:bodyPr/>
        <a:lstStyle/>
        <a:p>
          <a:endParaRPr lang="en-US"/>
        </a:p>
      </dgm:t>
    </dgm:pt>
    <dgm:pt modelId="{12C4D2D8-E432-484A-B971-C4C2BDF3D363}" type="sibTrans" cxnId="{56F3C71D-AE0A-49F8-95B6-D260A651E8AE}">
      <dgm:prSet/>
      <dgm:spPr/>
      <dgm:t>
        <a:bodyPr/>
        <a:lstStyle/>
        <a:p>
          <a:endParaRPr lang="en-US"/>
        </a:p>
      </dgm:t>
    </dgm:pt>
    <dgm:pt modelId="{01F16910-B156-4AE4-BAA2-A0FA12009FA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 dirty="0"/>
            <a:t>Fill:</a:t>
          </a:r>
          <a:r>
            <a:rPr lang="en-US" dirty="0"/>
            <a:t> </a:t>
          </a:r>
          <a:r>
            <a:rPr lang="th-TH" dirty="0"/>
            <a:t>สีพื้นหลัง</a:t>
          </a:r>
        </a:p>
      </dgm:t>
    </dgm:pt>
    <dgm:pt modelId="{CBB47AB6-D39F-4280-9926-FBE3DD211CDB}" type="parTrans" cxnId="{E051E345-51FF-4BCE-88B9-17A357A64678}">
      <dgm:prSet/>
      <dgm:spPr/>
      <dgm:t>
        <a:bodyPr/>
        <a:lstStyle/>
        <a:p>
          <a:endParaRPr lang="en-US"/>
        </a:p>
      </dgm:t>
    </dgm:pt>
    <dgm:pt modelId="{4B63A5B4-D92E-4B5F-9DB9-BBB35B0737CA}" type="sibTrans" cxnId="{E051E345-51FF-4BCE-88B9-17A357A64678}">
      <dgm:prSet/>
      <dgm:spPr/>
      <dgm:t>
        <a:bodyPr/>
        <a:lstStyle/>
        <a:p>
          <a:endParaRPr lang="en-US"/>
        </a:p>
      </dgm:t>
    </dgm:pt>
    <dgm:pt modelId="{50729A61-419D-4A1B-979A-43D420E4C8D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/>
            <a:t>Border:</a:t>
          </a:r>
          <a:r>
            <a:rPr lang="en-US"/>
            <a:t> </a:t>
          </a:r>
          <a:r>
            <a:rPr lang="th-TH"/>
            <a:t>เส้นขอบ</a:t>
          </a:r>
        </a:p>
      </dgm:t>
    </dgm:pt>
    <dgm:pt modelId="{17E3C2B4-F997-4570-9F82-92DDE680CAB2}" type="parTrans" cxnId="{B5D7AAFA-18FA-4D55-9829-E097FB6984A4}">
      <dgm:prSet/>
      <dgm:spPr/>
      <dgm:t>
        <a:bodyPr/>
        <a:lstStyle/>
        <a:p>
          <a:endParaRPr lang="en-US"/>
        </a:p>
      </dgm:t>
    </dgm:pt>
    <dgm:pt modelId="{02556D9D-7DEA-457A-835D-91A168C01C15}" type="sibTrans" cxnId="{B5D7AAFA-18FA-4D55-9829-E097FB6984A4}">
      <dgm:prSet/>
      <dgm:spPr/>
      <dgm:t>
        <a:bodyPr/>
        <a:lstStyle/>
        <a:p>
          <a:endParaRPr lang="en-US"/>
        </a:p>
      </dgm:t>
    </dgm:pt>
    <dgm:pt modelId="{7A113328-B7E4-4ADF-98DA-7925C7D436AA}">
      <dgm:prSet/>
      <dgm:spPr/>
      <dgm:t>
        <a:bodyPr/>
        <a:lstStyle/>
        <a:p>
          <a:pPr>
            <a:buNone/>
          </a:pPr>
          <a:r>
            <a:rPr lang="en-US" b="1" dirty="0"/>
            <a:t>Alignment (</a:t>
          </a:r>
          <a:r>
            <a:rPr lang="th-TH" b="1" dirty="0"/>
            <a:t>การจัดวาง)</a:t>
          </a:r>
          <a:endParaRPr lang="th-TH" dirty="0"/>
        </a:p>
      </dgm:t>
    </dgm:pt>
    <dgm:pt modelId="{1CDF012F-0D24-48C6-8D7F-DCF21B341CA0}" type="parTrans" cxnId="{15FA9A2C-26D3-4B42-AF0F-AEB696807ED5}">
      <dgm:prSet/>
      <dgm:spPr/>
      <dgm:t>
        <a:bodyPr/>
        <a:lstStyle/>
        <a:p>
          <a:endParaRPr lang="en-US"/>
        </a:p>
      </dgm:t>
    </dgm:pt>
    <dgm:pt modelId="{00AB5B0B-574C-4E2C-88B2-8AAA3AE18C6F}" type="sibTrans" cxnId="{15FA9A2C-26D3-4B42-AF0F-AEB696807ED5}">
      <dgm:prSet/>
      <dgm:spPr/>
      <dgm:t>
        <a:bodyPr/>
        <a:lstStyle/>
        <a:p>
          <a:endParaRPr lang="en-US"/>
        </a:p>
      </dgm:t>
    </dgm:pt>
    <dgm:pt modelId="{CFD34084-F540-415B-BA23-4CA8BBD2C6D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th-TH"/>
            <a:t>ชิดซ้าย/ขวา/กลาง</a:t>
          </a:r>
        </a:p>
      </dgm:t>
    </dgm:pt>
    <dgm:pt modelId="{2E93DDA6-894F-4844-97BE-FC5C410D8F60}" type="parTrans" cxnId="{97CDC389-2C94-4168-9970-FC46CE8A7E7D}">
      <dgm:prSet/>
      <dgm:spPr/>
      <dgm:t>
        <a:bodyPr/>
        <a:lstStyle/>
        <a:p>
          <a:endParaRPr lang="en-US"/>
        </a:p>
      </dgm:t>
    </dgm:pt>
    <dgm:pt modelId="{BBA5A783-DF25-4F10-B41C-F9ABBCF5904D}" type="sibTrans" cxnId="{97CDC389-2C94-4168-9970-FC46CE8A7E7D}">
      <dgm:prSet/>
      <dgm:spPr/>
      <dgm:t>
        <a:bodyPr/>
        <a:lstStyle/>
        <a:p>
          <a:endParaRPr lang="en-US"/>
        </a:p>
      </dgm:t>
    </dgm:pt>
    <dgm:pt modelId="{9360CB14-5E3D-42B3-92DB-191D3237FE3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Wrap Text (</a:t>
          </a:r>
          <a:r>
            <a:rPr lang="th-TH" dirty="0"/>
            <a:t>ตัดคำ) / </a:t>
          </a:r>
          <a:r>
            <a:rPr lang="en-US" dirty="0"/>
            <a:t>Merge Cells (</a:t>
          </a:r>
          <a:r>
            <a:rPr lang="th-TH" dirty="0"/>
            <a:t>ผสานเซลล์)</a:t>
          </a:r>
        </a:p>
      </dgm:t>
    </dgm:pt>
    <dgm:pt modelId="{325614DF-9F71-4443-86E7-329C30914ED2}" type="parTrans" cxnId="{31D5BD63-48BB-48BD-BCF1-C86A24CA657A}">
      <dgm:prSet/>
      <dgm:spPr/>
      <dgm:t>
        <a:bodyPr/>
        <a:lstStyle/>
        <a:p>
          <a:endParaRPr lang="en-US"/>
        </a:p>
      </dgm:t>
    </dgm:pt>
    <dgm:pt modelId="{8312B55F-CA55-493D-AE37-A195CC0258EB}" type="sibTrans" cxnId="{31D5BD63-48BB-48BD-BCF1-C86A24CA657A}">
      <dgm:prSet/>
      <dgm:spPr/>
      <dgm:t>
        <a:bodyPr/>
        <a:lstStyle/>
        <a:p>
          <a:endParaRPr lang="en-US"/>
        </a:p>
      </dgm:t>
    </dgm:pt>
    <dgm:pt modelId="{88F57F89-4875-425E-A933-FFEB8286A4A7}">
      <dgm:prSet/>
      <dgm:spPr/>
      <dgm:t>
        <a:bodyPr/>
        <a:lstStyle/>
        <a:p>
          <a:pPr>
            <a:buNone/>
          </a:pPr>
          <a:r>
            <a:rPr lang="en-US" b="1" dirty="0"/>
            <a:t>Protection (</a:t>
          </a:r>
          <a:r>
            <a:rPr lang="th-TH" b="1" dirty="0"/>
            <a:t>การป้องกัน)</a:t>
          </a:r>
          <a:endParaRPr lang="th-TH" dirty="0"/>
        </a:p>
      </dgm:t>
    </dgm:pt>
    <dgm:pt modelId="{FC5D8EC5-5BA1-4067-B87D-5997CA53400F}" type="parTrans" cxnId="{E271D22F-EBA9-4A20-9487-B35B6CF4A6F8}">
      <dgm:prSet/>
      <dgm:spPr/>
      <dgm:t>
        <a:bodyPr/>
        <a:lstStyle/>
        <a:p>
          <a:endParaRPr lang="en-US"/>
        </a:p>
      </dgm:t>
    </dgm:pt>
    <dgm:pt modelId="{47FC5A9E-3203-4CD2-ACCC-C09E18FDD6B4}" type="sibTrans" cxnId="{E271D22F-EBA9-4A20-9487-B35B6CF4A6F8}">
      <dgm:prSet/>
      <dgm:spPr/>
      <dgm:t>
        <a:bodyPr/>
        <a:lstStyle/>
        <a:p>
          <a:endParaRPr lang="en-US"/>
        </a:p>
      </dgm:t>
    </dgm:pt>
    <dgm:pt modelId="{2CF8CF3D-E47C-4580-B0FA-07E0816DEAA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Locked (</a:t>
          </a:r>
          <a:r>
            <a:rPr lang="th-TH" dirty="0"/>
            <a:t>ล็อกเซลล์)</a:t>
          </a:r>
        </a:p>
      </dgm:t>
    </dgm:pt>
    <dgm:pt modelId="{F196F28C-8B1A-4CDF-B87C-D19727A2B452}" type="parTrans" cxnId="{0EF2F820-A946-433B-9400-219385358922}">
      <dgm:prSet/>
      <dgm:spPr/>
      <dgm:t>
        <a:bodyPr/>
        <a:lstStyle/>
        <a:p>
          <a:endParaRPr lang="en-US"/>
        </a:p>
      </dgm:t>
    </dgm:pt>
    <dgm:pt modelId="{1DB63FD9-26E9-4ED5-ADAC-C375FA7BE065}" type="sibTrans" cxnId="{0EF2F820-A946-433B-9400-219385358922}">
      <dgm:prSet/>
      <dgm:spPr/>
      <dgm:t>
        <a:bodyPr/>
        <a:lstStyle/>
        <a:p>
          <a:endParaRPr lang="en-US"/>
        </a:p>
      </dgm:t>
    </dgm:pt>
    <dgm:pt modelId="{9B6DF7A1-A9C6-4ACD-8338-0CB5E7C6C8E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Hidden (</a:t>
          </a:r>
          <a:r>
            <a:rPr lang="th-TH" dirty="0"/>
            <a:t>ซ่อนสูตร)</a:t>
          </a:r>
        </a:p>
      </dgm:t>
    </dgm:pt>
    <dgm:pt modelId="{B0A987C9-342C-4362-A65C-84C511135177}" type="parTrans" cxnId="{3CD139C5-6C7A-4D92-A27D-54AA279831F0}">
      <dgm:prSet/>
      <dgm:spPr/>
      <dgm:t>
        <a:bodyPr/>
        <a:lstStyle/>
        <a:p>
          <a:endParaRPr lang="en-US"/>
        </a:p>
      </dgm:t>
    </dgm:pt>
    <dgm:pt modelId="{06E9ABB3-6815-4A6B-8127-146B29BBFC39}" type="sibTrans" cxnId="{3CD139C5-6C7A-4D92-A27D-54AA279831F0}">
      <dgm:prSet/>
      <dgm:spPr/>
      <dgm:t>
        <a:bodyPr/>
        <a:lstStyle/>
        <a:p>
          <a:endParaRPr lang="en-US"/>
        </a:p>
      </dgm:t>
    </dgm:pt>
    <dgm:pt modelId="{493849FE-CC62-4BC9-A117-0E637E10DCDD}">
      <dgm:prSet/>
      <dgm:spPr/>
      <dgm:t>
        <a:bodyPr/>
        <a:lstStyle/>
        <a:p>
          <a:pPr>
            <a:buNone/>
          </a:pPr>
          <a:r>
            <a:rPr lang="en-US" b="1" dirty="0"/>
            <a:t>Validation (</a:t>
          </a:r>
          <a:r>
            <a:rPr lang="th-TH" b="1" dirty="0"/>
            <a:t>กฎข้อมูล)</a:t>
          </a:r>
          <a:endParaRPr lang="th-TH" dirty="0"/>
        </a:p>
      </dgm:t>
    </dgm:pt>
    <dgm:pt modelId="{B773DC71-2AD5-4D3E-946D-246481221876}" type="parTrans" cxnId="{E83EDDEB-8278-4429-A7C6-98F6C02C0AE0}">
      <dgm:prSet/>
      <dgm:spPr/>
      <dgm:t>
        <a:bodyPr/>
        <a:lstStyle/>
        <a:p>
          <a:endParaRPr lang="en-US"/>
        </a:p>
      </dgm:t>
    </dgm:pt>
    <dgm:pt modelId="{5089E999-6413-433A-A50C-059228B338AB}" type="sibTrans" cxnId="{E83EDDEB-8278-4429-A7C6-98F6C02C0AE0}">
      <dgm:prSet/>
      <dgm:spPr/>
      <dgm:t>
        <a:bodyPr/>
        <a:lstStyle/>
        <a:p>
          <a:endParaRPr lang="en-US"/>
        </a:p>
      </dgm:t>
    </dgm:pt>
    <dgm:pt modelId="{A2115BD0-0113-4AD1-9513-0D4297AADCB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Data Validation (</a:t>
          </a:r>
          <a:r>
            <a:rPr lang="th-TH" dirty="0"/>
            <a:t>จำกัดสิ่งที่กรอกได้)</a:t>
          </a:r>
        </a:p>
      </dgm:t>
    </dgm:pt>
    <dgm:pt modelId="{5BE23A99-8600-42F9-AF50-582FEBD5F29F}" type="parTrans" cxnId="{D9F289AD-324C-4185-8387-508323436449}">
      <dgm:prSet/>
      <dgm:spPr/>
      <dgm:t>
        <a:bodyPr/>
        <a:lstStyle/>
        <a:p>
          <a:endParaRPr lang="en-US"/>
        </a:p>
      </dgm:t>
    </dgm:pt>
    <dgm:pt modelId="{94665B76-37B1-4164-8249-FBEC3AB68A55}" type="sibTrans" cxnId="{D9F289AD-324C-4185-8387-508323436449}">
      <dgm:prSet/>
      <dgm:spPr/>
      <dgm:t>
        <a:bodyPr/>
        <a:lstStyle/>
        <a:p>
          <a:endParaRPr lang="en-US"/>
        </a:p>
      </dgm:t>
    </dgm:pt>
    <dgm:pt modelId="{53D1BE8B-11CB-4D66-9FED-666FEB306672}" type="pres">
      <dgm:prSet presAssocID="{73029EFB-23BE-4471-9881-B3A82B6803EE}" presName="linear" presStyleCnt="0">
        <dgm:presLayoutVars>
          <dgm:animLvl val="lvl"/>
          <dgm:resizeHandles val="exact"/>
        </dgm:presLayoutVars>
      </dgm:prSet>
      <dgm:spPr/>
    </dgm:pt>
    <dgm:pt modelId="{0F9D27FC-CD9A-407A-9887-52A3CDF85FEB}" type="pres">
      <dgm:prSet presAssocID="{EDDA0397-48FB-4FDB-AF39-25CFF5EFD29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5D7034D-1ED6-4839-9837-9998FAC0E10D}" type="pres">
      <dgm:prSet presAssocID="{EDDA0397-48FB-4FDB-AF39-25CFF5EFD290}" presName="childText" presStyleLbl="revTx" presStyleIdx="0" presStyleCnt="2">
        <dgm:presLayoutVars>
          <dgm:bulletEnabled val="1"/>
        </dgm:presLayoutVars>
      </dgm:prSet>
      <dgm:spPr/>
    </dgm:pt>
    <dgm:pt modelId="{23D35F13-90D7-49C6-BA0A-6BBADE1CC197}" type="pres">
      <dgm:prSet presAssocID="{AC528264-87BC-47F5-AC1B-40C6CAFACEC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3A79C4E-A58C-405D-A094-C6342B32F0CB}" type="pres">
      <dgm:prSet presAssocID="{AC528264-87BC-47F5-AC1B-40C6CAFACEC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3D8FB800-0F84-4CAC-B14D-FBD9D6D806E6}" type="presOf" srcId="{493849FE-CC62-4BC9-A117-0E637E10DCDD}" destId="{53A79C4E-A58C-405D-A094-C6342B32F0CB}" srcOrd="0" destOrd="10" presId="urn:microsoft.com/office/officeart/2005/8/layout/vList2"/>
    <dgm:cxn modelId="{08868802-2650-476C-9F4F-C79D8583CC99}" type="presOf" srcId="{01F16910-B156-4AE4-BAA2-A0FA12009FAC}" destId="{53A79C4E-A58C-405D-A094-C6342B32F0CB}" srcOrd="0" destOrd="2" presId="urn:microsoft.com/office/officeart/2005/8/layout/vList2"/>
    <dgm:cxn modelId="{2A618C0A-8879-4AC9-A485-3A59DE1E36F0}" srcId="{73029EFB-23BE-4471-9881-B3A82B6803EE}" destId="{AC528264-87BC-47F5-AC1B-40C6CAFACEC8}" srcOrd="1" destOrd="0" parTransId="{1AC10D84-7350-46F5-9BC4-A9B6CFE40B1A}" sibTransId="{D111E2ED-F74E-4B24-9456-8354BF5EFED4}"/>
    <dgm:cxn modelId="{47BFAB0D-8B25-406C-BE18-5135A02B2297}" type="presOf" srcId="{9B6DF7A1-A9C6-4ACD-8338-0CB5E7C6C8EA}" destId="{53A79C4E-A58C-405D-A094-C6342B32F0CB}" srcOrd="0" destOrd="9" presId="urn:microsoft.com/office/officeart/2005/8/layout/vList2"/>
    <dgm:cxn modelId="{56F3C71D-AE0A-49F8-95B6-D260A651E8AE}" srcId="{AC528264-87BC-47F5-AC1B-40C6CAFACEC8}" destId="{BE80C1C3-244D-4762-B8BE-E86699DE9BE0}" srcOrd="1" destOrd="0" parTransId="{4B5A5157-D6EC-4B46-9086-91C17AE6D12C}" sibTransId="{12C4D2D8-E432-484A-B971-C4C2BDF3D363}"/>
    <dgm:cxn modelId="{0EF2F820-A946-433B-9400-219385358922}" srcId="{AC528264-87BC-47F5-AC1B-40C6CAFACEC8}" destId="{2CF8CF3D-E47C-4580-B0FA-07E0816DEAA9}" srcOrd="8" destOrd="0" parTransId="{F196F28C-8B1A-4CDF-B87C-D19727A2B452}" sibTransId="{1DB63FD9-26E9-4ED5-ADAC-C375FA7BE065}"/>
    <dgm:cxn modelId="{68189225-DBC8-4C52-BB8D-002D9D607EA0}" type="presOf" srcId="{73029EFB-23BE-4471-9881-B3A82B6803EE}" destId="{53D1BE8B-11CB-4D66-9FED-666FEB306672}" srcOrd="0" destOrd="0" presId="urn:microsoft.com/office/officeart/2005/8/layout/vList2"/>
    <dgm:cxn modelId="{C87BF526-9BBB-48A3-8C44-BB81EC1C33FF}" srcId="{73029EFB-23BE-4471-9881-B3A82B6803EE}" destId="{EDDA0397-48FB-4FDB-AF39-25CFF5EFD290}" srcOrd="0" destOrd="0" parTransId="{496E3B97-14AD-4F1E-8376-BF264E5A7D19}" sibTransId="{13523E09-838D-4F99-A18F-DDCC52A19652}"/>
    <dgm:cxn modelId="{15FA9A2C-26D3-4B42-AF0F-AEB696807ED5}" srcId="{AC528264-87BC-47F5-AC1B-40C6CAFACEC8}" destId="{7A113328-B7E4-4ADF-98DA-7925C7D436AA}" srcOrd="4" destOrd="0" parTransId="{1CDF012F-0D24-48C6-8D7F-DCF21B341CA0}" sibTransId="{00AB5B0B-574C-4E2C-88B2-8AAA3AE18C6F}"/>
    <dgm:cxn modelId="{1A4FAE2F-0E11-4AEC-888F-A834E8562DCA}" type="presOf" srcId="{AC528264-87BC-47F5-AC1B-40C6CAFACEC8}" destId="{23D35F13-90D7-49C6-BA0A-6BBADE1CC197}" srcOrd="0" destOrd="0" presId="urn:microsoft.com/office/officeart/2005/8/layout/vList2"/>
    <dgm:cxn modelId="{E271D22F-EBA9-4A20-9487-B35B6CF4A6F8}" srcId="{AC528264-87BC-47F5-AC1B-40C6CAFACEC8}" destId="{88F57F89-4875-425E-A933-FFEB8286A4A7}" srcOrd="7" destOrd="0" parTransId="{FC5D8EC5-5BA1-4067-B87D-5997CA53400F}" sibTransId="{47FC5A9E-3203-4CD2-ACCC-C09E18FDD6B4}"/>
    <dgm:cxn modelId="{A781E73D-DBF7-43CB-901E-4763B4BF0FEA}" type="presOf" srcId="{50729A61-419D-4A1B-979A-43D420E4C8DE}" destId="{53A79C4E-A58C-405D-A094-C6342B32F0CB}" srcOrd="0" destOrd="3" presId="urn:microsoft.com/office/officeart/2005/8/layout/vList2"/>
    <dgm:cxn modelId="{7B7E6F62-9755-4725-BE72-A01241B37187}" type="presOf" srcId="{88F57F89-4875-425E-A933-FFEB8286A4A7}" destId="{53A79C4E-A58C-405D-A094-C6342B32F0CB}" srcOrd="0" destOrd="7" presId="urn:microsoft.com/office/officeart/2005/8/layout/vList2"/>
    <dgm:cxn modelId="{31D5BD63-48BB-48BD-BCF1-C86A24CA657A}" srcId="{AC528264-87BC-47F5-AC1B-40C6CAFACEC8}" destId="{9360CB14-5E3D-42B3-92DB-191D3237FE34}" srcOrd="6" destOrd="0" parTransId="{325614DF-9F71-4443-86E7-329C30914ED2}" sibTransId="{8312B55F-CA55-493D-AE37-A195CC0258EB}"/>
    <dgm:cxn modelId="{E051E345-51FF-4BCE-88B9-17A357A64678}" srcId="{AC528264-87BC-47F5-AC1B-40C6CAFACEC8}" destId="{01F16910-B156-4AE4-BAA2-A0FA12009FAC}" srcOrd="2" destOrd="0" parTransId="{CBB47AB6-D39F-4280-9926-FBE3DD211CDB}" sibTransId="{4B63A5B4-D92E-4B5F-9DB9-BBB35B0737CA}"/>
    <dgm:cxn modelId="{DBFFDC47-DE7A-44A3-AE3B-F252A21AC85A}" srcId="{EDDA0397-48FB-4FDB-AF39-25CFF5EFD290}" destId="{E88F9E7A-A53C-4311-9D8E-202AA41A0BC4}" srcOrd="1" destOrd="0" parTransId="{51359FEA-8840-47A7-B0F1-A80E4C3CA86F}" sibTransId="{69B0732D-488E-4C5C-B468-DDA868E7C696}"/>
    <dgm:cxn modelId="{A5CFBE54-9B07-4234-B496-8B55F3603F0E}" type="presOf" srcId="{E88F9E7A-A53C-4311-9D8E-202AA41A0BC4}" destId="{45D7034D-1ED6-4839-9837-9998FAC0E10D}" srcOrd="0" destOrd="1" presId="urn:microsoft.com/office/officeart/2005/8/layout/vList2"/>
    <dgm:cxn modelId="{8619F159-1104-42A8-9347-F05CFEABACF3}" type="presOf" srcId="{A2115BD0-0113-4AD1-9513-0D4297AADCB6}" destId="{53A79C4E-A58C-405D-A094-C6342B32F0CB}" srcOrd="0" destOrd="11" presId="urn:microsoft.com/office/officeart/2005/8/layout/vList2"/>
    <dgm:cxn modelId="{97CDC389-2C94-4168-9970-FC46CE8A7E7D}" srcId="{AC528264-87BC-47F5-AC1B-40C6CAFACEC8}" destId="{CFD34084-F540-415B-BA23-4CA8BBD2C6D3}" srcOrd="5" destOrd="0" parTransId="{2E93DDA6-894F-4844-97BE-FC5C410D8F60}" sibTransId="{BBA5A783-DF25-4F10-B41C-F9ABBCF5904D}"/>
    <dgm:cxn modelId="{7314FA8C-0035-4B6A-9215-4A5A811B3007}" type="presOf" srcId="{7A113328-B7E4-4ADF-98DA-7925C7D436AA}" destId="{53A79C4E-A58C-405D-A094-C6342B32F0CB}" srcOrd="0" destOrd="4" presId="urn:microsoft.com/office/officeart/2005/8/layout/vList2"/>
    <dgm:cxn modelId="{17A7E795-3F40-450F-8BEB-876B9E7E134D}" srcId="{AC528264-87BC-47F5-AC1B-40C6CAFACEC8}" destId="{85B9311C-206D-46F1-9131-81835E75CCFD}" srcOrd="0" destOrd="0" parTransId="{71CFB03A-ACBF-4A00-B8E6-1ED4FD4002C2}" sibTransId="{E508EF81-3252-4EE6-A8AB-855E6F2B3318}"/>
    <dgm:cxn modelId="{CE64EA9F-2E0A-40FB-A7AB-AE44BCF19FA0}" type="presOf" srcId="{85B9311C-206D-46F1-9131-81835E75CCFD}" destId="{53A79C4E-A58C-405D-A094-C6342B32F0CB}" srcOrd="0" destOrd="0" presId="urn:microsoft.com/office/officeart/2005/8/layout/vList2"/>
    <dgm:cxn modelId="{D9F289AD-324C-4185-8387-508323436449}" srcId="{AC528264-87BC-47F5-AC1B-40C6CAFACEC8}" destId="{A2115BD0-0113-4AD1-9513-0D4297AADCB6}" srcOrd="11" destOrd="0" parTransId="{5BE23A99-8600-42F9-AF50-582FEBD5F29F}" sibTransId="{94665B76-37B1-4164-8249-FBEC3AB68A55}"/>
    <dgm:cxn modelId="{C475F0B2-489A-48E9-9604-FD0D610AB086}" type="presOf" srcId="{EDDA0397-48FB-4FDB-AF39-25CFF5EFD290}" destId="{0F9D27FC-CD9A-407A-9887-52A3CDF85FEB}" srcOrd="0" destOrd="0" presId="urn:microsoft.com/office/officeart/2005/8/layout/vList2"/>
    <dgm:cxn modelId="{3CD139C5-6C7A-4D92-A27D-54AA279831F0}" srcId="{AC528264-87BC-47F5-AC1B-40C6CAFACEC8}" destId="{9B6DF7A1-A9C6-4ACD-8338-0CB5E7C6C8EA}" srcOrd="9" destOrd="0" parTransId="{B0A987C9-342C-4362-A65C-84C511135177}" sibTransId="{06E9ABB3-6815-4A6B-8127-146B29BBFC39}"/>
    <dgm:cxn modelId="{A1DC58C6-B9BE-4AE2-B47F-DF5FB2377C10}" type="presOf" srcId="{150965FA-D707-4D78-9303-5552DFA7D7BE}" destId="{45D7034D-1ED6-4839-9837-9998FAC0E10D}" srcOrd="0" destOrd="0" presId="urn:microsoft.com/office/officeart/2005/8/layout/vList2"/>
    <dgm:cxn modelId="{6B15AECC-9BA4-4382-96FA-49872EEB97EA}" type="presOf" srcId="{CFD34084-F540-415B-BA23-4CA8BBD2C6D3}" destId="{53A79C4E-A58C-405D-A094-C6342B32F0CB}" srcOrd="0" destOrd="5" presId="urn:microsoft.com/office/officeart/2005/8/layout/vList2"/>
    <dgm:cxn modelId="{F8B56DE1-BBC5-49A9-A049-1ADF380C26DB}" srcId="{EDDA0397-48FB-4FDB-AF39-25CFF5EFD290}" destId="{150965FA-D707-4D78-9303-5552DFA7D7BE}" srcOrd="0" destOrd="0" parTransId="{25F4A48F-5C8B-482C-84C4-1D262042994C}" sibTransId="{9ECBDD7C-5AFB-4486-995F-2539DD84E342}"/>
    <dgm:cxn modelId="{E10186E8-350A-456F-B58E-D83E56569B45}" type="presOf" srcId="{2CF8CF3D-E47C-4580-B0FA-07E0816DEAA9}" destId="{53A79C4E-A58C-405D-A094-C6342B32F0CB}" srcOrd="0" destOrd="8" presId="urn:microsoft.com/office/officeart/2005/8/layout/vList2"/>
    <dgm:cxn modelId="{E83EDDEB-8278-4429-A7C6-98F6C02C0AE0}" srcId="{AC528264-87BC-47F5-AC1B-40C6CAFACEC8}" destId="{493849FE-CC62-4BC9-A117-0E637E10DCDD}" srcOrd="10" destOrd="0" parTransId="{B773DC71-2AD5-4D3E-946D-246481221876}" sibTransId="{5089E999-6413-433A-A50C-059228B338AB}"/>
    <dgm:cxn modelId="{0CD65FEF-3EAE-4563-A281-7ED23DD2ED42}" type="presOf" srcId="{BE80C1C3-244D-4762-B8BE-E86699DE9BE0}" destId="{53A79C4E-A58C-405D-A094-C6342B32F0CB}" srcOrd="0" destOrd="1" presId="urn:microsoft.com/office/officeart/2005/8/layout/vList2"/>
    <dgm:cxn modelId="{639C70F6-F519-4E2D-A11A-D9D0E17BFE32}" type="presOf" srcId="{9360CB14-5E3D-42B3-92DB-191D3237FE34}" destId="{53A79C4E-A58C-405D-A094-C6342B32F0CB}" srcOrd="0" destOrd="6" presId="urn:microsoft.com/office/officeart/2005/8/layout/vList2"/>
    <dgm:cxn modelId="{B5D7AAFA-18FA-4D55-9829-E097FB6984A4}" srcId="{AC528264-87BC-47F5-AC1B-40C6CAFACEC8}" destId="{50729A61-419D-4A1B-979A-43D420E4C8DE}" srcOrd="3" destOrd="0" parTransId="{17E3C2B4-F997-4570-9F82-92DDE680CAB2}" sibTransId="{02556D9D-7DEA-457A-835D-91A168C01C15}"/>
    <dgm:cxn modelId="{E7D2B647-2971-487E-B3BC-2D13227A7694}" type="presParOf" srcId="{53D1BE8B-11CB-4D66-9FED-666FEB306672}" destId="{0F9D27FC-CD9A-407A-9887-52A3CDF85FEB}" srcOrd="0" destOrd="0" presId="urn:microsoft.com/office/officeart/2005/8/layout/vList2"/>
    <dgm:cxn modelId="{FC7BB170-2C3D-45EE-8C14-3ED95F4F1714}" type="presParOf" srcId="{53D1BE8B-11CB-4D66-9FED-666FEB306672}" destId="{45D7034D-1ED6-4839-9837-9998FAC0E10D}" srcOrd="1" destOrd="0" presId="urn:microsoft.com/office/officeart/2005/8/layout/vList2"/>
    <dgm:cxn modelId="{067DA123-D84F-482E-8CD3-3BC274D3C506}" type="presParOf" srcId="{53D1BE8B-11CB-4D66-9FED-666FEB306672}" destId="{23D35F13-90D7-49C6-BA0A-6BBADE1CC197}" srcOrd="2" destOrd="0" presId="urn:microsoft.com/office/officeart/2005/8/layout/vList2"/>
    <dgm:cxn modelId="{F41CA260-7AF9-440F-89FA-1B6D42FDC496}" type="presParOf" srcId="{53D1BE8B-11CB-4D66-9FED-666FEB306672}" destId="{53A79C4E-A58C-405D-A094-C6342B32F0C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E8C7FED-7C4F-4AEC-8F7B-CDF1D24B9A84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8FE8B3-05A7-4D29-A14C-C492D517E3CA}">
      <dgm:prSet phldrT="[Text]"/>
      <dgm:spPr/>
      <dgm:t>
        <a:bodyPr/>
        <a:lstStyle/>
        <a:p>
          <a:pPr>
            <a:buNone/>
          </a:pPr>
          <a:r>
            <a:rPr lang="en-US" b="1" dirty="0"/>
            <a:t>1. Value (</a:t>
          </a:r>
          <a:r>
            <a:rPr lang="th-TH" b="1" dirty="0"/>
            <a:t>ข้อมูลภายใน)</a:t>
          </a:r>
          <a:endParaRPr lang="en-US" dirty="0"/>
        </a:p>
      </dgm:t>
    </dgm:pt>
    <dgm:pt modelId="{1531D4E6-8544-4D27-B35D-C7BE716FD7CC}" type="parTrans" cxnId="{EB5C9AC8-D288-4799-8547-AC44F84AB5BF}">
      <dgm:prSet/>
      <dgm:spPr/>
      <dgm:t>
        <a:bodyPr/>
        <a:lstStyle/>
        <a:p>
          <a:endParaRPr lang="en-US"/>
        </a:p>
      </dgm:t>
    </dgm:pt>
    <dgm:pt modelId="{F6C730D5-B72C-41D9-BB01-3AD25BD0CF75}" type="sibTrans" cxnId="{EB5C9AC8-D288-4799-8547-AC44F84AB5BF}">
      <dgm:prSet/>
      <dgm:spPr/>
      <dgm:t>
        <a:bodyPr/>
        <a:lstStyle/>
        <a:p>
          <a:endParaRPr lang="en-US"/>
        </a:p>
      </dgm:t>
    </dgm:pt>
    <dgm:pt modelId="{EBA27588-7FD0-4992-8F6D-A6F1784CC5F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Stored Value (</a:t>
          </a:r>
          <a:r>
            <a:rPr lang="th-TH" b="1" dirty="0"/>
            <a:t>ค่าจริงที่จัดเก็บ)</a:t>
          </a:r>
          <a:endParaRPr lang="th-TH" dirty="0"/>
        </a:p>
      </dgm:t>
    </dgm:pt>
    <dgm:pt modelId="{67B50F43-F501-4F88-82F2-67CCB9FF65AC}" type="parTrans" cxnId="{9F2FCCCD-9A0F-419D-AA9C-C47B6DCCF4CC}">
      <dgm:prSet/>
      <dgm:spPr/>
      <dgm:t>
        <a:bodyPr/>
        <a:lstStyle/>
        <a:p>
          <a:endParaRPr lang="en-US"/>
        </a:p>
      </dgm:t>
    </dgm:pt>
    <dgm:pt modelId="{8E88B823-6E8D-41B3-846F-0F68AE9C977F}" type="sibTrans" cxnId="{9F2FCCCD-9A0F-419D-AA9C-C47B6DCCF4CC}">
      <dgm:prSet/>
      <dgm:spPr/>
      <dgm:t>
        <a:bodyPr/>
        <a:lstStyle/>
        <a:p>
          <a:endParaRPr lang="en-US"/>
        </a:p>
      </dgm:t>
    </dgm:pt>
    <dgm:pt modelId="{54599F7C-AF76-42F5-8021-E253229CBBC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th-TH" dirty="0"/>
            <a:t>ดูได้ที่ </a:t>
          </a:r>
          <a:r>
            <a:rPr lang="en-US" i="1" dirty="0"/>
            <a:t>Formula Bar</a:t>
          </a:r>
          <a:endParaRPr lang="en-US" dirty="0"/>
        </a:p>
      </dgm:t>
    </dgm:pt>
    <dgm:pt modelId="{AFD9263E-8D74-4DE3-82DE-21FC54B94A2F}" type="parTrans" cxnId="{B14E7199-0A46-4B9B-B121-3A791ABB6E6D}">
      <dgm:prSet/>
      <dgm:spPr/>
      <dgm:t>
        <a:bodyPr/>
        <a:lstStyle/>
        <a:p>
          <a:endParaRPr lang="en-US"/>
        </a:p>
      </dgm:t>
    </dgm:pt>
    <dgm:pt modelId="{C01B51E8-F7B4-4FD2-8FE8-F88EFD896A8E}" type="sibTrans" cxnId="{B14E7199-0A46-4B9B-B121-3A791ABB6E6D}">
      <dgm:prSet/>
      <dgm:spPr/>
      <dgm:t>
        <a:bodyPr/>
        <a:lstStyle/>
        <a:p>
          <a:endParaRPr lang="en-US"/>
        </a:p>
      </dgm:t>
    </dgm:pt>
    <dgm:pt modelId="{9A714ACA-9174-4C59-B9F7-DC5D4B59B3F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th-TH"/>
            <a:t>ใช้สำหรับคำนวณ (</a:t>
          </a:r>
          <a:r>
            <a:rPr lang="en-US"/>
            <a:t>Calculation)</a:t>
          </a:r>
        </a:p>
      </dgm:t>
    </dgm:pt>
    <dgm:pt modelId="{E878DC91-9A55-434D-BC02-B75F91D88A4E}" type="parTrans" cxnId="{1325C758-9E44-4939-B9D4-0B0A279D0DAC}">
      <dgm:prSet/>
      <dgm:spPr/>
      <dgm:t>
        <a:bodyPr/>
        <a:lstStyle/>
        <a:p>
          <a:endParaRPr lang="en-US"/>
        </a:p>
      </dgm:t>
    </dgm:pt>
    <dgm:pt modelId="{C7C0B97A-4649-4E34-8912-2E0305B1B257}" type="sibTrans" cxnId="{1325C758-9E44-4939-B9D4-0B0A279D0DAC}">
      <dgm:prSet/>
      <dgm:spPr/>
      <dgm:t>
        <a:bodyPr/>
        <a:lstStyle/>
        <a:p>
          <a:endParaRPr lang="en-US"/>
        </a:p>
      </dgm:t>
    </dgm:pt>
    <dgm:pt modelId="{6B5483A9-D134-4F2E-A2C3-7B6E4E1E624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th-TH" dirty="0"/>
            <a:t>ประเภท: </a:t>
          </a:r>
          <a:r>
            <a:rPr lang="en-US" dirty="0"/>
            <a:t>Number, Text, Boolean (True/False), Formula</a:t>
          </a:r>
        </a:p>
      </dgm:t>
    </dgm:pt>
    <dgm:pt modelId="{17C4F62A-CE8C-474B-B5F8-BF41112B9E77}" type="parTrans" cxnId="{66D2DDDD-28E3-4006-AC0E-1F2ECD4602D9}">
      <dgm:prSet/>
      <dgm:spPr/>
      <dgm:t>
        <a:bodyPr/>
        <a:lstStyle/>
        <a:p>
          <a:endParaRPr lang="en-US"/>
        </a:p>
      </dgm:t>
    </dgm:pt>
    <dgm:pt modelId="{AC11A324-1A70-4721-91DC-034C58517BDF}" type="sibTrans" cxnId="{66D2DDDD-28E3-4006-AC0E-1F2ECD4602D9}">
      <dgm:prSet/>
      <dgm:spPr/>
      <dgm:t>
        <a:bodyPr/>
        <a:lstStyle/>
        <a:p>
          <a:endParaRPr lang="en-US"/>
        </a:p>
      </dgm:t>
    </dgm:pt>
    <dgm:pt modelId="{CC27F6E3-3CA9-49BE-848D-08A03772538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Display Value (</a:t>
          </a:r>
          <a:r>
            <a:rPr lang="th-TH" b="1" dirty="0"/>
            <a:t>ค่าที่แสดงผล)</a:t>
          </a:r>
          <a:endParaRPr lang="th-TH" dirty="0"/>
        </a:p>
      </dgm:t>
    </dgm:pt>
    <dgm:pt modelId="{5B3805EF-37B9-47D7-8294-39E071B05C1D}" type="parTrans" cxnId="{23B64F8F-7946-45D7-871E-B027ADC0502C}">
      <dgm:prSet/>
      <dgm:spPr/>
      <dgm:t>
        <a:bodyPr/>
        <a:lstStyle/>
        <a:p>
          <a:endParaRPr lang="en-US"/>
        </a:p>
      </dgm:t>
    </dgm:pt>
    <dgm:pt modelId="{0CFFF14C-0DE1-4224-B65B-2E2DABFBED3C}" type="sibTrans" cxnId="{23B64F8F-7946-45D7-871E-B027ADC0502C}">
      <dgm:prSet/>
      <dgm:spPr/>
      <dgm:t>
        <a:bodyPr/>
        <a:lstStyle/>
        <a:p>
          <a:endParaRPr lang="en-US"/>
        </a:p>
      </dgm:t>
    </dgm:pt>
    <dgm:pt modelId="{4A1D73A1-9813-465D-AD61-938B1FA0297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th-TH" dirty="0"/>
            <a:t>เกิดจากการใส่ </a:t>
          </a:r>
          <a:r>
            <a:rPr lang="en-US" i="1" dirty="0"/>
            <a:t>Number Format</a:t>
          </a:r>
          <a:endParaRPr lang="en-US" dirty="0"/>
        </a:p>
      </dgm:t>
    </dgm:pt>
    <dgm:pt modelId="{18E8B997-3514-41F4-8C08-15D4309B4EC9}" type="parTrans" cxnId="{E5FE9E1E-8731-4CAD-B761-C60E04611ACD}">
      <dgm:prSet/>
      <dgm:spPr/>
      <dgm:t>
        <a:bodyPr/>
        <a:lstStyle/>
        <a:p>
          <a:endParaRPr lang="en-US"/>
        </a:p>
      </dgm:t>
    </dgm:pt>
    <dgm:pt modelId="{14C85A61-CBD6-4418-90F5-44490F378441}" type="sibTrans" cxnId="{E5FE9E1E-8731-4CAD-B761-C60E04611ACD}">
      <dgm:prSet/>
      <dgm:spPr/>
      <dgm:t>
        <a:bodyPr/>
        <a:lstStyle/>
        <a:p>
          <a:endParaRPr lang="en-US"/>
        </a:p>
      </dgm:t>
    </dgm:pt>
    <dgm:pt modelId="{5D4E7FF4-17E5-4BBA-B137-CFC25E3ECA9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th-TH" dirty="0"/>
            <a:t>สิ่งที่ตาเห็นในตาราง</a:t>
          </a:r>
        </a:p>
      </dgm:t>
    </dgm:pt>
    <dgm:pt modelId="{4F8E266B-F468-477E-9C99-C6E00FB791E5}" type="parTrans" cxnId="{E59751B6-476F-4BA2-B3E1-FE5AAC78C2ED}">
      <dgm:prSet/>
      <dgm:spPr/>
      <dgm:t>
        <a:bodyPr/>
        <a:lstStyle/>
        <a:p>
          <a:endParaRPr lang="en-US"/>
        </a:p>
      </dgm:t>
    </dgm:pt>
    <dgm:pt modelId="{82F4EC94-8372-41C0-B589-A0D91448D61F}" type="sibTrans" cxnId="{E59751B6-476F-4BA2-B3E1-FE5AAC78C2ED}">
      <dgm:prSet/>
      <dgm:spPr/>
      <dgm:t>
        <a:bodyPr/>
        <a:lstStyle/>
        <a:p>
          <a:endParaRPr lang="en-US"/>
        </a:p>
      </dgm:t>
    </dgm:pt>
    <dgm:pt modelId="{AD32C647-091B-4E09-A339-15B20893D93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th-TH" i="1"/>
            <a:t>ตัวอย่าง:</a:t>
          </a:r>
          <a:r>
            <a:rPr lang="th-TH"/>
            <a:t> * 0.07 (</a:t>
          </a:r>
          <a:r>
            <a:rPr lang="en-US"/>
            <a:t>Stored) → 7% (Display)</a:t>
          </a:r>
        </a:p>
      </dgm:t>
    </dgm:pt>
    <dgm:pt modelId="{1F40C2F1-B873-4855-A498-0DCDF35917CF}" type="parTrans" cxnId="{F9B26183-FF3D-471B-8D84-51C1BDC60A55}">
      <dgm:prSet/>
      <dgm:spPr/>
      <dgm:t>
        <a:bodyPr/>
        <a:lstStyle/>
        <a:p>
          <a:endParaRPr lang="en-US"/>
        </a:p>
      </dgm:t>
    </dgm:pt>
    <dgm:pt modelId="{B34B010C-BDD3-4D26-8749-23D05C93B833}" type="sibTrans" cxnId="{F9B26183-FF3D-471B-8D84-51C1BDC60A55}">
      <dgm:prSet/>
      <dgm:spPr/>
      <dgm:t>
        <a:bodyPr/>
        <a:lstStyle/>
        <a:p>
          <a:endParaRPr lang="en-US"/>
        </a:p>
      </dgm:t>
    </dgm:pt>
    <dgm:pt modelId="{84517AA4-E556-493D-8CE1-75799F7D6ED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45350 (Stored) → 20/03/2026 (Display)</a:t>
          </a:r>
        </a:p>
      </dgm:t>
    </dgm:pt>
    <dgm:pt modelId="{08FACB9F-D886-4A44-8B91-CE282C42E10E}" type="parTrans" cxnId="{5CBCB491-80FD-4ADF-8E27-495DA1E91733}">
      <dgm:prSet/>
      <dgm:spPr/>
      <dgm:t>
        <a:bodyPr/>
        <a:lstStyle/>
        <a:p>
          <a:endParaRPr lang="en-US"/>
        </a:p>
      </dgm:t>
    </dgm:pt>
    <dgm:pt modelId="{0C5D6845-44BB-49D9-85D7-9BD08607491C}" type="sibTrans" cxnId="{5CBCB491-80FD-4ADF-8E27-495DA1E91733}">
      <dgm:prSet/>
      <dgm:spPr/>
      <dgm:t>
        <a:bodyPr/>
        <a:lstStyle/>
        <a:p>
          <a:endParaRPr lang="en-US"/>
        </a:p>
      </dgm:t>
    </dgm:pt>
    <dgm:pt modelId="{E9421E1E-7B3B-4A9B-88EE-D711C90DF01F}" type="pres">
      <dgm:prSet presAssocID="{2E8C7FED-7C4F-4AEC-8F7B-CDF1D24B9A8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B858454-CC67-4EE9-A2F4-9B8C72DF27EF}" type="pres">
      <dgm:prSet presAssocID="{E58FE8B3-05A7-4D29-A14C-C492D517E3CA}" presName="hierRoot1" presStyleCnt="0">
        <dgm:presLayoutVars>
          <dgm:hierBranch val="init"/>
        </dgm:presLayoutVars>
      </dgm:prSet>
      <dgm:spPr/>
    </dgm:pt>
    <dgm:pt modelId="{7077B5E1-7A41-4F3E-8506-B68C058EE8FA}" type="pres">
      <dgm:prSet presAssocID="{E58FE8B3-05A7-4D29-A14C-C492D517E3CA}" presName="rootComposite1" presStyleCnt="0"/>
      <dgm:spPr/>
    </dgm:pt>
    <dgm:pt modelId="{D15515E6-7CC7-4E44-845C-69825D10FF3E}" type="pres">
      <dgm:prSet presAssocID="{E58FE8B3-05A7-4D29-A14C-C492D517E3CA}" presName="rootText1" presStyleLbl="node0" presStyleIdx="0" presStyleCnt="1">
        <dgm:presLayoutVars>
          <dgm:chPref val="3"/>
        </dgm:presLayoutVars>
      </dgm:prSet>
      <dgm:spPr/>
    </dgm:pt>
    <dgm:pt modelId="{F21B411A-816C-4492-A9EC-6C29E88C95F9}" type="pres">
      <dgm:prSet presAssocID="{E58FE8B3-05A7-4D29-A14C-C492D517E3CA}" presName="rootConnector1" presStyleLbl="node1" presStyleIdx="0" presStyleCnt="0"/>
      <dgm:spPr/>
    </dgm:pt>
    <dgm:pt modelId="{86EB4264-144F-44D3-AA3D-1F56A80689B1}" type="pres">
      <dgm:prSet presAssocID="{E58FE8B3-05A7-4D29-A14C-C492D517E3CA}" presName="hierChild2" presStyleCnt="0"/>
      <dgm:spPr/>
    </dgm:pt>
    <dgm:pt modelId="{0A572FDB-2AB8-4C48-BDFB-D8DE2E8587DF}" type="pres">
      <dgm:prSet presAssocID="{67B50F43-F501-4F88-82F2-67CCB9FF65AC}" presName="Name64" presStyleLbl="parChTrans1D2" presStyleIdx="0" presStyleCnt="2"/>
      <dgm:spPr/>
    </dgm:pt>
    <dgm:pt modelId="{D76AEA80-8CC0-476A-97BD-AF707409A110}" type="pres">
      <dgm:prSet presAssocID="{EBA27588-7FD0-4992-8F6D-A6F1784CC5FC}" presName="hierRoot2" presStyleCnt="0">
        <dgm:presLayoutVars>
          <dgm:hierBranch val="init"/>
        </dgm:presLayoutVars>
      </dgm:prSet>
      <dgm:spPr/>
    </dgm:pt>
    <dgm:pt modelId="{08B78287-81E1-4FBA-9B6B-144062869174}" type="pres">
      <dgm:prSet presAssocID="{EBA27588-7FD0-4992-8F6D-A6F1784CC5FC}" presName="rootComposite" presStyleCnt="0"/>
      <dgm:spPr/>
    </dgm:pt>
    <dgm:pt modelId="{3BAA3FBC-3FB2-469A-BDAB-1BCBAD2678FE}" type="pres">
      <dgm:prSet presAssocID="{EBA27588-7FD0-4992-8F6D-A6F1784CC5FC}" presName="rootText" presStyleLbl="node2" presStyleIdx="0" presStyleCnt="2">
        <dgm:presLayoutVars>
          <dgm:chPref val="3"/>
        </dgm:presLayoutVars>
      </dgm:prSet>
      <dgm:spPr/>
    </dgm:pt>
    <dgm:pt modelId="{EBD75AF6-50ED-4AC1-A069-5AAE0C535323}" type="pres">
      <dgm:prSet presAssocID="{EBA27588-7FD0-4992-8F6D-A6F1784CC5FC}" presName="rootConnector" presStyleLbl="node2" presStyleIdx="0" presStyleCnt="2"/>
      <dgm:spPr/>
    </dgm:pt>
    <dgm:pt modelId="{43900DA4-F5C6-410D-91B2-F390FB66B738}" type="pres">
      <dgm:prSet presAssocID="{EBA27588-7FD0-4992-8F6D-A6F1784CC5FC}" presName="hierChild4" presStyleCnt="0"/>
      <dgm:spPr/>
    </dgm:pt>
    <dgm:pt modelId="{CE06F786-1F8E-4DF9-9841-1C053BE67474}" type="pres">
      <dgm:prSet presAssocID="{AFD9263E-8D74-4DE3-82DE-21FC54B94A2F}" presName="Name64" presStyleLbl="parChTrans1D3" presStyleIdx="0" presStyleCnt="6"/>
      <dgm:spPr/>
    </dgm:pt>
    <dgm:pt modelId="{B1D22D13-F44E-4CE5-8831-26DEA9AF03C9}" type="pres">
      <dgm:prSet presAssocID="{54599F7C-AF76-42F5-8021-E253229CBBC6}" presName="hierRoot2" presStyleCnt="0">
        <dgm:presLayoutVars>
          <dgm:hierBranch val="init"/>
        </dgm:presLayoutVars>
      </dgm:prSet>
      <dgm:spPr/>
    </dgm:pt>
    <dgm:pt modelId="{7DA194DF-1F3D-4D7D-BA7E-5B3B05B751AC}" type="pres">
      <dgm:prSet presAssocID="{54599F7C-AF76-42F5-8021-E253229CBBC6}" presName="rootComposite" presStyleCnt="0"/>
      <dgm:spPr/>
    </dgm:pt>
    <dgm:pt modelId="{D7CB8D68-DEB8-448F-B96F-41A21EE9E413}" type="pres">
      <dgm:prSet presAssocID="{54599F7C-AF76-42F5-8021-E253229CBBC6}" presName="rootText" presStyleLbl="node3" presStyleIdx="0" presStyleCnt="6">
        <dgm:presLayoutVars>
          <dgm:chPref val="3"/>
        </dgm:presLayoutVars>
      </dgm:prSet>
      <dgm:spPr/>
    </dgm:pt>
    <dgm:pt modelId="{7C8D1AE6-1317-4C0A-9E91-196856DA842B}" type="pres">
      <dgm:prSet presAssocID="{54599F7C-AF76-42F5-8021-E253229CBBC6}" presName="rootConnector" presStyleLbl="node3" presStyleIdx="0" presStyleCnt="6"/>
      <dgm:spPr/>
    </dgm:pt>
    <dgm:pt modelId="{621C0E10-3615-47DE-AE7F-341F885F8500}" type="pres">
      <dgm:prSet presAssocID="{54599F7C-AF76-42F5-8021-E253229CBBC6}" presName="hierChild4" presStyleCnt="0"/>
      <dgm:spPr/>
    </dgm:pt>
    <dgm:pt modelId="{DC790AF5-649E-40D8-8898-C4383DAAC750}" type="pres">
      <dgm:prSet presAssocID="{54599F7C-AF76-42F5-8021-E253229CBBC6}" presName="hierChild5" presStyleCnt="0"/>
      <dgm:spPr/>
    </dgm:pt>
    <dgm:pt modelId="{C2E62EE6-3877-48B2-A05D-8C41906AFEFA}" type="pres">
      <dgm:prSet presAssocID="{E878DC91-9A55-434D-BC02-B75F91D88A4E}" presName="Name64" presStyleLbl="parChTrans1D3" presStyleIdx="1" presStyleCnt="6"/>
      <dgm:spPr/>
    </dgm:pt>
    <dgm:pt modelId="{B67491D4-445B-43DA-93DD-11F1BD47124F}" type="pres">
      <dgm:prSet presAssocID="{9A714ACA-9174-4C59-B9F7-DC5D4B59B3FB}" presName="hierRoot2" presStyleCnt="0">
        <dgm:presLayoutVars>
          <dgm:hierBranch val="init"/>
        </dgm:presLayoutVars>
      </dgm:prSet>
      <dgm:spPr/>
    </dgm:pt>
    <dgm:pt modelId="{7EDFCB7B-37E8-4CB7-9043-BCBCAE7236EF}" type="pres">
      <dgm:prSet presAssocID="{9A714ACA-9174-4C59-B9F7-DC5D4B59B3FB}" presName="rootComposite" presStyleCnt="0"/>
      <dgm:spPr/>
    </dgm:pt>
    <dgm:pt modelId="{ACE2A33F-01DB-4683-BA98-EF983ACF58C7}" type="pres">
      <dgm:prSet presAssocID="{9A714ACA-9174-4C59-B9F7-DC5D4B59B3FB}" presName="rootText" presStyleLbl="node3" presStyleIdx="1" presStyleCnt="6">
        <dgm:presLayoutVars>
          <dgm:chPref val="3"/>
        </dgm:presLayoutVars>
      </dgm:prSet>
      <dgm:spPr/>
    </dgm:pt>
    <dgm:pt modelId="{7217A7AF-335E-47DD-83E3-EF5E2D7BF7E6}" type="pres">
      <dgm:prSet presAssocID="{9A714ACA-9174-4C59-B9F7-DC5D4B59B3FB}" presName="rootConnector" presStyleLbl="node3" presStyleIdx="1" presStyleCnt="6"/>
      <dgm:spPr/>
    </dgm:pt>
    <dgm:pt modelId="{10FA9D11-1CF9-4105-93CC-2B82258FA90B}" type="pres">
      <dgm:prSet presAssocID="{9A714ACA-9174-4C59-B9F7-DC5D4B59B3FB}" presName="hierChild4" presStyleCnt="0"/>
      <dgm:spPr/>
    </dgm:pt>
    <dgm:pt modelId="{3DF6F224-5690-47C9-8FF4-3EC2D4CBF5A0}" type="pres">
      <dgm:prSet presAssocID="{9A714ACA-9174-4C59-B9F7-DC5D4B59B3FB}" presName="hierChild5" presStyleCnt="0"/>
      <dgm:spPr/>
    </dgm:pt>
    <dgm:pt modelId="{33F21F18-F1CA-48BF-9972-A65913DE8DEF}" type="pres">
      <dgm:prSet presAssocID="{17C4F62A-CE8C-474B-B5F8-BF41112B9E77}" presName="Name64" presStyleLbl="parChTrans1D3" presStyleIdx="2" presStyleCnt="6"/>
      <dgm:spPr/>
    </dgm:pt>
    <dgm:pt modelId="{08C5FA2E-9E3E-45B6-AD58-BB8044B8449A}" type="pres">
      <dgm:prSet presAssocID="{6B5483A9-D134-4F2E-A2C3-7B6E4E1E6249}" presName="hierRoot2" presStyleCnt="0">
        <dgm:presLayoutVars>
          <dgm:hierBranch val="init"/>
        </dgm:presLayoutVars>
      </dgm:prSet>
      <dgm:spPr/>
    </dgm:pt>
    <dgm:pt modelId="{37B0A8C6-417A-497F-B37C-04B614C533D2}" type="pres">
      <dgm:prSet presAssocID="{6B5483A9-D134-4F2E-A2C3-7B6E4E1E6249}" presName="rootComposite" presStyleCnt="0"/>
      <dgm:spPr/>
    </dgm:pt>
    <dgm:pt modelId="{426ABBA8-943D-46C6-8F81-3113BD0A0007}" type="pres">
      <dgm:prSet presAssocID="{6B5483A9-D134-4F2E-A2C3-7B6E4E1E6249}" presName="rootText" presStyleLbl="node3" presStyleIdx="2" presStyleCnt="6">
        <dgm:presLayoutVars>
          <dgm:chPref val="3"/>
        </dgm:presLayoutVars>
      </dgm:prSet>
      <dgm:spPr/>
    </dgm:pt>
    <dgm:pt modelId="{3271DE57-2C90-4EAC-AE28-45EA5FCEF60E}" type="pres">
      <dgm:prSet presAssocID="{6B5483A9-D134-4F2E-A2C3-7B6E4E1E6249}" presName="rootConnector" presStyleLbl="node3" presStyleIdx="2" presStyleCnt="6"/>
      <dgm:spPr/>
    </dgm:pt>
    <dgm:pt modelId="{56E68E80-D959-4D94-9164-0A6AE44C2E88}" type="pres">
      <dgm:prSet presAssocID="{6B5483A9-D134-4F2E-A2C3-7B6E4E1E6249}" presName="hierChild4" presStyleCnt="0"/>
      <dgm:spPr/>
    </dgm:pt>
    <dgm:pt modelId="{A61DB84B-2B3C-4A98-94A3-D25A315A010D}" type="pres">
      <dgm:prSet presAssocID="{6B5483A9-D134-4F2E-A2C3-7B6E4E1E6249}" presName="hierChild5" presStyleCnt="0"/>
      <dgm:spPr/>
    </dgm:pt>
    <dgm:pt modelId="{0DE23618-2583-4BCC-8CB1-1996BC071562}" type="pres">
      <dgm:prSet presAssocID="{EBA27588-7FD0-4992-8F6D-A6F1784CC5FC}" presName="hierChild5" presStyleCnt="0"/>
      <dgm:spPr/>
    </dgm:pt>
    <dgm:pt modelId="{4165B2C8-D3E1-4550-AC8A-28D96E36D69F}" type="pres">
      <dgm:prSet presAssocID="{5B3805EF-37B9-47D7-8294-39E071B05C1D}" presName="Name64" presStyleLbl="parChTrans1D2" presStyleIdx="1" presStyleCnt="2"/>
      <dgm:spPr/>
    </dgm:pt>
    <dgm:pt modelId="{070AA6CE-A9AD-4CF5-874D-CE9E661ED0E9}" type="pres">
      <dgm:prSet presAssocID="{CC27F6E3-3CA9-49BE-848D-08A037725389}" presName="hierRoot2" presStyleCnt="0">
        <dgm:presLayoutVars>
          <dgm:hierBranch val="init"/>
        </dgm:presLayoutVars>
      </dgm:prSet>
      <dgm:spPr/>
    </dgm:pt>
    <dgm:pt modelId="{05141DAB-770D-4C9D-8D15-5F75E25979CB}" type="pres">
      <dgm:prSet presAssocID="{CC27F6E3-3CA9-49BE-848D-08A037725389}" presName="rootComposite" presStyleCnt="0"/>
      <dgm:spPr/>
    </dgm:pt>
    <dgm:pt modelId="{76BD0F3C-B9BD-4D3B-8D2D-A774EFFFDA0C}" type="pres">
      <dgm:prSet presAssocID="{CC27F6E3-3CA9-49BE-848D-08A037725389}" presName="rootText" presStyleLbl="node2" presStyleIdx="1" presStyleCnt="2">
        <dgm:presLayoutVars>
          <dgm:chPref val="3"/>
        </dgm:presLayoutVars>
      </dgm:prSet>
      <dgm:spPr/>
    </dgm:pt>
    <dgm:pt modelId="{46ACC7C6-57B5-4092-9423-AD1C66C50DC6}" type="pres">
      <dgm:prSet presAssocID="{CC27F6E3-3CA9-49BE-848D-08A037725389}" presName="rootConnector" presStyleLbl="node2" presStyleIdx="1" presStyleCnt="2"/>
      <dgm:spPr/>
    </dgm:pt>
    <dgm:pt modelId="{A700BD86-7077-41E8-86EC-CCC637BEDCE7}" type="pres">
      <dgm:prSet presAssocID="{CC27F6E3-3CA9-49BE-848D-08A037725389}" presName="hierChild4" presStyleCnt="0"/>
      <dgm:spPr/>
    </dgm:pt>
    <dgm:pt modelId="{51BEF273-33D0-4A50-9F71-17E47603FE80}" type="pres">
      <dgm:prSet presAssocID="{18E8B997-3514-41F4-8C08-15D4309B4EC9}" presName="Name64" presStyleLbl="parChTrans1D3" presStyleIdx="3" presStyleCnt="6"/>
      <dgm:spPr/>
    </dgm:pt>
    <dgm:pt modelId="{2B1FFCFF-A9C4-4B36-9EBD-AE2CC588F73B}" type="pres">
      <dgm:prSet presAssocID="{4A1D73A1-9813-465D-AD61-938B1FA02971}" presName="hierRoot2" presStyleCnt="0">
        <dgm:presLayoutVars>
          <dgm:hierBranch val="init"/>
        </dgm:presLayoutVars>
      </dgm:prSet>
      <dgm:spPr/>
    </dgm:pt>
    <dgm:pt modelId="{D885B08A-B14E-439A-B554-5383F18391BC}" type="pres">
      <dgm:prSet presAssocID="{4A1D73A1-9813-465D-AD61-938B1FA02971}" presName="rootComposite" presStyleCnt="0"/>
      <dgm:spPr/>
    </dgm:pt>
    <dgm:pt modelId="{2E6D9D76-DA09-4B58-A817-6AEFDDE0D830}" type="pres">
      <dgm:prSet presAssocID="{4A1D73A1-9813-465D-AD61-938B1FA02971}" presName="rootText" presStyleLbl="node3" presStyleIdx="3" presStyleCnt="6">
        <dgm:presLayoutVars>
          <dgm:chPref val="3"/>
        </dgm:presLayoutVars>
      </dgm:prSet>
      <dgm:spPr/>
    </dgm:pt>
    <dgm:pt modelId="{947ACDDA-BC68-4D0A-91CB-32C738B8D6BE}" type="pres">
      <dgm:prSet presAssocID="{4A1D73A1-9813-465D-AD61-938B1FA02971}" presName="rootConnector" presStyleLbl="node3" presStyleIdx="3" presStyleCnt="6"/>
      <dgm:spPr/>
    </dgm:pt>
    <dgm:pt modelId="{060A6A63-1349-46D4-983D-2D5BEBFBD765}" type="pres">
      <dgm:prSet presAssocID="{4A1D73A1-9813-465D-AD61-938B1FA02971}" presName="hierChild4" presStyleCnt="0"/>
      <dgm:spPr/>
    </dgm:pt>
    <dgm:pt modelId="{53B99812-E900-431C-844C-FB9C944B4A33}" type="pres">
      <dgm:prSet presAssocID="{4A1D73A1-9813-465D-AD61-938B1FA02971}" presName="hierChild5" presStyleCnt="0"/>
      <dgm:spPr/>
    </dgm:pt>
    <dgm:pt modelId="{F25C431A-4C5B-4931-A4ED-E61A34B67C26}" type="pres">
      <dgm:prSet presAssocID="{4F8E266B-F468-477E-9C99-C6E00FB791E5}" presName="Name64" presStyleLbl="parChTrans1D3" presStyleIdx="4" presStyleCnt="6"/>
      <dgm:spPr/>
    </dgm:pt>
    <dgm:pt modelId="{29B6381A-8438-461B-9276-762994243768}" type="pres">
      <dgm:prSet presAssocID="{5D4E7FF4-17E5-4BBA-B137-CFC25E3ECA9B}" presName="hierRoot2" presStyleCnt="0">
        <dgm:presLayoutVars>
          <dgm:hierBranch val="init"/>
        </dgm:presLayoutVars>
      </dgm:prSet>
      <dgm:spPr/>
    </dgm:pt>
    <dgm:pt modelId="{A3EB08FA-7478-4A56-8568-38C3E1331015}" type="pres">
      <dgm:prSet presAssocID="{5D4E7FF4-17E5-4BBA-B137-CFC25E3ECA9B}" presName="rootComposite" presStyleCnt="0"/>
      <dgm:spPr/>
    </dgm:pt>
    <dgm:pt modelId="{1D086C41-0B55-4939-AEF0-1821A526BDAE}" type="pres">
      <dgm:prSet presAssocID="{5D4E7FF4-17E5-4BBA-B137-CFC25E3ECA9B}" presName="rootText" presStyleLbl="node3" presStyleIdx="4" presStyleCnt="6">
        <dgm:presLayoutVars>
          <dgm:chPref val="3"/>
        </dgm:presLayoutVars>
      </dgm:prSet>
      <dgm:spPr/>
    </dgm:pt>
    <dgm:pt modelId="{86BE6033-66E2-4B28-AC4B-59A72F32C117}" type="pres">
      <dgm:prSet presAssocID="{5D4E7FF4-17E5-4BBA-B137-CFC25E3ECA9B}" presName="rootConnector" presStyleLbl="node3" presStyleIdx="4" presStyleCnt="6"/>
      <dgm:spPr/>
    </dgm:pt>
    <dgm:pt modelId="{4960DDF8-7BE6-450E-B276-7141771E4694}" type="pres">
      <dgm:prSet presAssocID="{5D4E7FF4-17E5-4BBA-B137-CFC25E3ECA9B}" presName="hierChild4" presStyleCnt="0"/>
      <dgm:spPr/>
    </dgm:pt>
    <dgm:pt modelId="{BD23A8E6-337F-43DD-8709-AAF9EE1EBAFC}" type="pres">
      <dgm:prSet presAssocID="{5D4E7FF4-17E5-4BBA-B137-CFC25E3ECA9B}" presName="hierChild5" presStyleCnt="0"/>
      <dgm:spPr/>
    </dgm:pt>
    <dgm:pt modelId="{FBDD7D73-ADDB-4630-87CF-6713A283A0D3}" type="pres">
      <dgm:prSet presAssocID="{1F40C2F1-B873-4855-A498-0DCDF35917CF}" presName="Name64" presStyleLbl="parChTrans1D3" presStyleIdx="5" presStyleCnt="6"/>
      <dgm:spPr/>
    </dgm:pt>
    <dgm:pt modelId="{0772CE64-5D71-4C3D-99B0-D6C7D7985A38}" type="pres">
      <dgm:prSet presAssocID="{AD32C647-091B-4E09-A339-15B20893D934}" presName="hierRoot2" presStyleCnt="0">
        <dgm:presLayoutVars>
          <dgm:hierBranch val="init"/>
        </dgm:presLayoutVars>
      </dgm:prSet>
      <dgm:spPr/>
    </dgm:pt>
    <dgm:pt modelId="{BEA93559-C341-483C-AFB7-7E5AE24E1B75}" type="pres">
      <dgm:prSet presAssocID="{AD32C647-091B-4E09-A339-15B20893D934}" presName="rootComposite" presStyleCnt="0"/>
      <dgm:spPr/>
    </dgm:pt>
    <dgm:pt modelId="{7053CB1C-549E-4926-9708-3C0437950CA9}" type="pres">
      <dgm:prSet presAssocID="{AD32C647-091B-4E09-A339-15B20893D934}" presName="rootText" presStyleLbl="node3" presStyleIdx="5" presStyleCnt="6">
        <dgm:presLayoutVars>
          <dgm:chPref val="3"/>
        </dgm:presLayoutVars>
      </dgm:prSet>
      <dgm:spPr/>
    </dgm:pt>
    <dgm:pt modelId="{99444A9A-3949-4174-81CD-BB3733ACF490}" type="pres">
      <dgm:prSet presAssocID="{AD32C647-091B-4E09-A339-15B20893D934}" presName="rootConnector" presStyleLbl="node3" presStyleIdx="5" presStyleCnt="6"/>
      <dgm:spPr/>
    </dgm:pt>
    <dgm:pt modelId="{2FC06604-A6E2-4DC3-86C8-0769ECC87865}" type="pres">
      <dgm:prSet presAssocID="{AD32C647-091B-4E09-A339-15B20893D934}" presName="hierChild4" presStyleCnt="0"/>
      <dgm:spPr/>
    </dgm:pt>
    <dgm:pt modelId="{75C8C3BB-BC50-410F-9716-9FEB30338CEC}" type="pres">
      <dgm:prSet presAssocID="{08FACB9F-D886-4A44-8B91-CE282C42E10E}" presName="Name64" presStyleLbl="parChTrans1D4" presStyleIdx="0" presStyleCnt="1"/>
      <dgm:spPr/>
    </dgm:pt>
    <dgm:pt modelId="{0A10B7AE-99A5-47BD-856E-52162A9F8A31}" type="pres">
      <dgm:prSet presAssocID="{84517AA4-E556-493D-8CE1-75799F7D6EDF}" presName="hierRoot2" presStyleCnt="0">
        <dgm:presLayoutVars>
          <dgm:hierBranch val="init"/>
        </dgm:presLayoutVars>
      </dgm:prSet>
      <dgm:spPr/>
    </dgm:pt>
    <dgm:pt modelId="{295A7009-C3DF-43EA-8D20-D8131BE23F71}" type="pres">
      <dgm:prSet presAssocID="{84517AA4-E556-493D-8CE1-75799F7D6EDF}" presName="rootComposite" presStyleCnt="0"/>
      <dgm:spPr/>
    </dgm:pt>
    <dgm:pt modelId="{89968F87-19F4-4B41-838B-3F2C27574888}" type="pres">
      <dgm:prSet presAssocID="{84517AA4-E556-493D-8CE1-75799F7D6EDF}" presName="rootText" presStyleLbl="node4" presStyleIdx="0" presStyleCnt="1">
        <dgm:presLayoutVars>
          <dgm:chPref val="3"/>
        </dgm:presLayoutVars>
      </dgm:prSet>
      <dgm:spPr/>
    </dgm:pt>
    <dgm:pt modelId="{9FBB9E44-600B-48A1-922B-9CF9EA2ED2FD}" type="pres">
      <dgm:prSet presAssocID="{84517AA4-E556-493D-8CE1-75799F7D6EDF}" presName="rootConnector" presStyleLbl="node4" presStyleIdx="0" presStyleCnt="1"/>
      <dgm:spPr/>
    </dgm:pt>
    <dgm:pt modelId="{BBB5C84D-0BCA-46A5-BC8E-6E328D307EAC}" type="pres">
      <dgm:prSet presAssocID="{84517AA4-E556-493D-8CE1-75799F7D6EDF}" presName="hierChild4" presStyleCnt="0"/>
      <dgm:spPr/>
    </dgm:pt>
    <dgm:pt modelId="{B6A2CEF0-A41F-4505-9F24-38C7C63998C4}" type="pres">
      <dgm:prSet presAssocID="{84517AA4-E556-493D-8CE1-75799F7D6EDF}" presName="hierChild5" presStyleCnt="0"/>
      <dgm:spPr/>
    </dgm:pt>
    <dgm:pt modelId="{DCD21FB5-8F47-4A72-A743-ACCA7DCCAAE7}" type="pres">
      <dgm:prSet presAssocID="{AD32C647-091B-4E09-A339-15B20893D934}" presName="hierChild5" presStyleCnt="0"/>
      <dgm:spPr/>
    </dgm:pt>
    <dgm:pt modelId="{357E2889-FD24-449B-8376-4EBFBCAAF49F}" type="pres">
      <dgm:prSet presAssocID="{CC27F6E3-3CA9-49BE-848D-08A037725389}" presName="hierChild5" presStyleCnt="0"/>
      <dgm:spPr/>
    </dgm:pt>
    <dgm:pt modelId="{2CCC4E13-CEC4-4A37-A73D-15A5C5903D5D}" type="pres">
      <dgm:prSet presAssocID="{E58FE8B3-05A7-4D29-A14C-C492D517E3CA}" presName="hierChild3" presStyleCnt="0"/>
      <dgm:spPr/>
    </dgm:pt>
  </dgm:ptLst>
  <dgm:cxnLst>
    <dgm:cxn modelId="{F3603E02-8FCF-48C5-8B8A-9A3DDA8443AD}" type="presOf" srcId="{4A1D73A1-9813-465D-AD61-938B1FA02971}" destId="{947ACDDA-BC68-4D0A-91CB-32C738B8D6BE}" srcOrd="1" destOrd="0" presId="urn:microsoft.com/office/officeart/2009/3/layout/HorizontalOrganizationChart"/>
    <dgm:cxn modelId="{72404104-A92D-4775-86FD-C4E596372993}" type="presOf" srcId="{EBA27588-7FD0-4992-8F6D-A6F1784CC5FC}" destId="{3BAA3FBC-3FB2-469A-BDAB-1BCBAD2678FE}" srcOrd="0" destOrd="0" presId="urn:microsoft.com/office/officeart/2009/3/layout/HorizontalOrganizationChart"/>
    <dgm:cxn modelId="{2CD5CD06-40C9-4BC7-857E-7BB45A56373F}" type="presOf" srcId="{E878DC91-9A55-434D-BC02-B75F91D88A4E}" destId="{C2E62EE6-3877-48B2-A05D-8C41906AFEFA}" srcOrd="0" destOrd="0" presId="urn:microsoft.com/office/officeart/2009/3/layout/HorizontalOrganizationChart"/>
    <dgm:cxn modelId="{4C05060F-1ED4-4030-A38B-BC87A2D90F69}" type="presOf" srcId="{AD32C647-091B-4E09-A339-15B20893D934}" destId="{99444A9A-3949-4174-81CD-BB3733ACF490}" srcOrd="1" destOrd="0" presId="urn:microsoft.com/office/officeart/2009/3/layout/HorizontalOrganizationChart"/>
    <dgm:cxn modelId="{450F6316-20B6-41C4-B86E-61A47C9D57E3}" type="presOf" srcId="{08FACB9F-D886-4A44-8B91-CE282C42E10E}" destId="{75C8C3BB-BC50-410F-9716-9FEB30338CEC}" srcOrd="0" destOrd="0" presId="urn:microsoft.com/office/officeart/2009/3/layout/HorizontalOrganizationChart"/>
    <dgm:cxn modelId="{41FEDF18-C85C-420C-85C9-C865C0A9873B}" type="presOf" srcId="{E58FE8B3-05A7-4D29-A14C-C492D517E3CA}" destId="{F21B411A-816C-4492-A9EC-6C29E88C95F9}" srcOrd="1" destOrd="0" presId="urn:microsoft.com/office/officeart/2009/3/layout/HorizontalOrganizationChart"/>
    <dgm:cxn modelId="{238CF71B-31CA-4132-A0C9-615C3E6A4A05}" type="presOf" srcId="{6B5483A9-D134-4F2E-A2C3-7B6E4E1E6249}" destId="{3271DE57-2C90-4EAC-AE28-45EA5FCEF60E}" srcOrd="1" destOrd="0" presId="urn:microsoft.com/office/officeart/2009/3/layout/HorizontalOrganizationChart"/>
    <dgm:cxn modelId="{1569301E-2126-4BE1-8294-130F849FD6D0}" type="presOf" srcId="{6B5483A9-D134-4F2E-A2C3-7B6E4E1E6249}" destId="{426ABBA8-943D-46C6-8F81-3113BD0A0007}" srcOrd="0" destOrd="0" presId="urn:microsoft.com/office/officeart/2009/3/layout/HorizontalOrganizationChart"/>
    <dgm:cxn modelId="{E5FE9E1E-8731-4CAD-B761-C60E04611ACD}" srcId="{CC27F6E3-3CA9-49BE-848D-08A037725389}" destId="{4A1D73A1-9813-465D-AD61-938B1FA02971}" srcOrd="0" destOrd="0" parTransId="{18E8B997-3514-41F4-8C08-15D4309B4EC9}" sibTransId="{14C85A61-CBD6-4418-90F5-44490F378441}"/>
    <dgm:cxn modelId="{208D2125-B0EC-405E-8FB1-26DB382780E3}" type="presOf" srcId="{5D4E7FF4-17E5-4BBA-B137-CFC25E3ECA9B}" destId="{1D086C41-0B55-4939-AEF0-1821A526BDAE}" srcOrd="0" destOrd="0" presId="urn:microsoft.com/office/officeart/2009/3/layout/HorizontalOrganizationChart"/>
    <dgm:cxn modelId="{C875B327-DF11-4FC6-991B-DFD8096270FC}" type="presOf" srcId="{CC27F6E3-3CA9-49BE-848D-08A037725389}" destId="{76BD0F3C-B9BD-4D3B-8D2D-A774EFFFDA0C}" srcOrd="0" destOrd="0" presId="urn:microsoft.com/office/officeart/2009/3/layout/HorizontalOrganizationChart"/>
    <dgm:cxn modelId="{00B38132-E5EB-4CCE-AD3D-C6E338949A37}" type="presOf" srcId="{EBA27588-7FD0-4992-8F6D-A6F1784CC5FC}" destId="{EBD75AF6-50ED-4AC1-A069-5AAE0C535323}" srcOrd="1" destOrd="0" presId="urn:microsoft.com/office/officeart/2009/3/layout/HorizontalOrganizationChart"/>
    <dgm:cxn modelId="{2979D53F-0DF2-4DC0-9C2C-AAE51D2F766A}" type="presOf" srcId="{54599F7C-AF76-42F5-8021-E253229CBBC6}" destId="{D7CB8D68-DEB8-448F-B96F-41A21EE9E413}" srcOrd="0" destOrd="0" presId="urn:microsoft.com/office/officeart/2009/3/layout/HorizontalOrganizationChart"/>
    <dgm:cxn modelId="{5C802F42-97F4-4866-A695-CE30A74F5958}" type="presOf" srcId="{5D4E7FF4-17E5-4BBA-B137-CFC25E3ECA9B}" destId="{86BE6033-66E2-4B28-AC4B-59A72F32C117}" srcOrd="1" destOrd="0" presId="urn:microsoft.com/office/officeart/2009/3/layout/HorizontalOrganizationChart"/>
    <dgm:cxn modelId="{D77CA564-AF9B-4652-B982-A011303B75C7}" type="presOf" srcId="{54599F7C-AF76-42F5-8021-E253229CBBC6}" destId="{7C8D1AE6-1317-4C0A-9E91-196856DA842B}" srcOrd="1" destOrd="0" presId="urn:microsoft.com/office/officeart/2009/3/layout/HorizontalOrganizationChart"/>
    <dgm:cxn modelId="{7AF88E67-87D2-4256-92AF-48B169306F27}" type="presOf" srcId="{CC27F6E3-3CA9-49BE-848D-08A037725389}" destId="{46ACC7C6-57B5-4092-9423-AD1C66C50DC6}" srcOrd="1" destOrd="0" presId="urn:microsoft.com/office/officeart/2009/3/layout/HorizontalOrganizationChart"/>
    <dgm:cxn modelId="{F73BF569-4D36-43F8-864B-5F6D48905C3F}" type="presOf" srcId="{9A714ACA-9174-4C59-B9F7-DC5D4B59B3FB}" destId="{ACE2A33F-01DB-4683-BA98-EF983ACF58C7}" srcOrd="0" destOrd="0" presId="urn:microsoft.com/office/officeart/2009/3/layout/HorizontalOrganizationChart"/>
    <dgm:cxn modelId="{82980E6B-82D2-42DB-BF89-FAC89C561035}" type="presOf" srcId="{E58FE8B3-05A7-4D29-A14C-C492D517E3CA}" destId="{D15515E6-7CC7-4E44-845C-69825D10FF3E}" srcOrd="0" destOrd="0" presId="urn:microsoft.com/office/officeart/2009/3/layout/HorizontalOrganizationChart"/>
    <dgm:cxn modelId="{8439794F-253F-4370-9EFF-376053990FDD}" type="presOf" srcId="{AD32C647-091B-4E09-A339-15B20893D934}" destId="{7053CB1C-549E-4926-9708-3C0437950CA9}" srcOrd="0" destOrd="0" presId="urn:microsoft.com/office/officeart/2009/3/layout/HorizontalOrganizationChart"/>
    <dgm:cxn modelId="{33D63457-086B-48F9-81C8-AF8639D26A06}" type="presOf" srcId="{4F8E266B-F468-477E-9C99-C6E00FB791E5}" destId="{F25C431A-4C5B-4931-A4ED-E61A34B67C26}" srcOrd="0" destOrd="0" presId="urn:microsoft.com/office/officeart/2009/3/layout/HorizontalOrganizationChart"/>
    <dgm:cxn modelId="{1325C758-9E44-4939-B9D4-0B0A279D0DAC}" srcId="{EBA27588-7FD0-4992-8F6D-A6F1784CC5FC}" destId="{9A714ACA-9174-4C59-B9F7-DC5D4B59B3FB}" srcOrd="1" destOrd="0" parTransId="{E878DC91-9A55-434D-BC02-B75F91D88A4E}" sibTransId="{C7C0B97A-4649-4E34-8912-2E0305B1B257}"/>
    <dgm:cxn modelId="{DB26BD7D-3ECC-4008-8675-FCC1EE9EDB09}" type="presOf" srcId="{9A714ACA-9174-4C59-B9F7-DC5D4B59B3FB}" destId="{7217A7AF-335E-47DD-83E3-EF5E2D7BF7E6}" srcOrd="1" destOrd="0" presId="urn:microsoft.com/office/officeart/2009/3/layout/HorizontalOrganizationChart"/>
    <dgm:cxn modelId="{F9B26183-FF3D-471B-8D84-51C1BDC60A55}" srcId="{CC27F6E3-3CA9-49BE-848D-08A037725389}" destId="{AD32C647-091B-4E09-A339-15B20893D934}" srcOrd="2" destOrd="0" parTransId="{1F40C2F1-B873-4855-A498-0DCDF35917CF}" sibTransId="{B34B010C-BDD3-4D26-8749-23D05C93B833}"/>
    <dgm:cxn modelId="{23B64F8F-7946-45D7-871E-B027ADC0502C}" srcId="{E58FE8B3-05A7-4D29-A14C-C492D517E3CA}" destId="{CC27F6E3-3CA9-49BE-848D-08A037725389}" srcOrd="1" destOrd="0" parTransId="{5B3805EF-37B9-47D7-8294-39E071B05C1D}" sibTransId="{0CFFF14C-0DE1-4224-B65B-2E2DABFBED3C}"/>
    <dgm:cxn modelId="{5CBCB491-80FD-4ADF-8E27-495DA1E91733}" srcId="{AD32C647-091B-4E09-A339-15B20893D934}" destId="{84517AA4-E556-493D-8CE1-75799F7D6EDF}" srcOrd="0" destOrd="0" parTransId="{08FACB9F-D886-4A44-8B91-CE282C42E10E}" sibTransId="{0C5D6845-44BB-49D9-85D7-9BD08607491C}"/>
    <dgm:cxn modelId="{055E9E95-94CD-484C-BC54-FFAD5A367A80}" type="presOf" srcId="{5B3805EF-37B9-47D7-8294-39E071B05C1D}" destId="{4165B2C8-D3E1-4550-AC8A-28D96E36D69F}" srcOrd="0" destOrd="0" presId="urn:microsoft.com/office/officeart/2009/3/layout/HorizontalOrganizationChart"/>
    <dgm:cxn modelId="{B14E7199-0A46-4B9B-B121-3A791ABB6E6D}" srcId="{EBA27588-7FD0-4992-8F6D-A6F1784CC5FC}" destId="{54599F7C-AF76-42F5-8021-E253229CBBC6}" srcOrd="0" destOrd="0" parTransId="{AFD9263E-8D74-4DE3-82DE-21FC54B94A2F}" sibTransId="{C01B51E8-F7B4-4FD2-8FE8-F88EFD896A8E}"/>
    <dgm:cxn modelId="{77C524AC-409E-453E-85A8-857201FFD331}" type="presOf" srcId="{4A1D73A1-9813-465D-AD61-938B1FA02971}" destId="{2E6D9D76-DA09-4B58-A817-6AEFDDE0D830}" srcOrd="0" destOrd="0" presId="urn:microsoft.com/office/officeart/2009/3/layout/HorizontalOrganizationChart"/>
    <dgm:cxn modelId="{2616E2AE-72A9-4165-B1B5-C025E4D4039A}" type="presOf" srcId="{1F40C2F1-B873-4855-A498-0DCDF35917CF}" destId="{FBDD7D73-ADDB-4630-87CF-6713A283A0D3}" srcOrd="0" destOrd="0" presId="urn:microsoft.com/office/officeart/2009/3/layout/HorizontalOrganizationChart"/>
    <dgm:cxn modelId="{E59751B6-476F-4BA2-B3E1-FE5AAC78C2ED}" srcId="{CC27F6E3-3CA9-49BE-848D-08A037725389}" destId="{5D4E7FF4-17E5-4BBA-B137-CFC25E3ECA9B}" srcOrd="1" destOrd="0" parTransId="{4F8E266B-F468-477E-9C99-C6E00FB791E5}" sibTransId="{82F4EC94-8372-41C0-B589-A0D91448D61F}"/>
    <dgm:cxn modelId="{8BE3EDBA-C80B-4EA0-9755-91A63B92640C}" type="presOf" srcId="{84517AA4-E556-493D-8CE1-75799F7D6EDF}" destId="{9FBB9E44-600B-48A1-922B-9CF9EA2ED2FD}" srcOrd="1" destOrd="0" presId="urn:microsoft.com/office/officeart/2009/3/layout/HorizontalOrganizationChart"/>
    <dgm:cxn modelId="{EB5C9AC8-D288-4799-8547-AC44F84AB5BF}" srcId="{2E8C7FED-7C4F-4AEC-8F7B-CDF1D24B9A84}" destId="{E58FE8B3-05A7-4D29-A14C-C492D517E3CA}" srcOrd="0" destOrd="0" parTransId="{1531D4E6-8544-4D27-B35D-C7BE716FD7CC}" sibTransId="{F6C730D5-B72C-41D9-BB01-3AD25BD0CF75}"/>
    <dgm:cxn modelId="{8D079DC9-F70F-43C4-8B11-DA517D668D5B}" type="presOf" srcId="{18E8B997-3514-41F4-8C08-15D4309B4EC9}" destId="{51BEF273-33D0-4A50-9F71-17E47603FE80}" srcOrd="0" destOrd="0" presId="urn:microsoft.com/office/officeart/2009/3/layout/HorizontalOrganizationChart"/>
    <dgm:cxn modelId="{B61F51CD-2773-4BAA-8BE2-2943CA1BBE62}" type="presOf" srcId="{AFD9263E-8D74-4DE3-82DE-21FC54B94A2F}" destId="{CE06F786-1F8E-4DF9-9841-1C053BE67474}" srcOrd="0" destOrd="0" presId="urn:microsoft.com/office/officeart/2009/3/layout/HorizontalOrganizationChart"/>
    <dgm:cxn modelId="{9F2FCCCD-9A0F-419D-AA9C-C47B6DCCF4CC}" srcId="{E58FE8B3-05A7-4D29-A14C-C492D517E3CA}" destId="{EBA27588-7FD0-4992-8F6D-A6F1784CC5FC}" srcOrd="0" destOrd="0" parTransId="{67B50F43-F501-4F88-82F2-67CCB9FF65AC}" sibTransId="{8E88B823-6E8D-41B3-846F-0F68AE9C977F}"/>
    <dgm:cxn modelId="{0A0B88DC-5890-4103-BBB9-D4C62584AB2A}" type="presOf" srcId="{2E8C7FED-7C4F-4AEC-8F7B-CDF1D24B9A84}" destId="{E9421E1E-7B3B-4A9B-88EE-D711C90DF01F}" srcOrd="0" destOrd="0" presId="urn:microsoft.com/office/officeart/2009/3/layout/HorizontalOrganizationChart"/>
    <dgm:cxn modelId="{66D2DDDD-28E3-4006-AC0E-1F2ECD4602D9}" srcId="{EBA27588-7FD0-4992-8F6D-A6F1784CC5FC}" destId="{6B5483A9-D134-4F2E-A2C3-7B6E4E1E6249}" srcOrd="2" destOrd="0" parTransId="{17C4F62A-CE8C-474B-B5F8-BF41112B9E77}" sibTransId="{AC11A324-1A70-4721-91DC-034C58517BDF}"/>
    <dgm:cxn modelId="{6DCBADF2-40D2-46F9-9AE0-C641B12335AB}" type="presOf" srcId="{67B50F43-F501-4F88-82F2-67CCB9FF65AC}" destId="{0A572FDB-2AB8-4C48-BDFB-D8DE2E8587DF}" srcOrd="0" destOrd="0" presId="urn:microsoft.com/office/officeart/2009/3/layout/HorizontalOrganizationChart"/>
    <dgm:cxn modelId="{84D841F5-2480-4D0F-B256-34A5950AB886}" type="presOf" srcId="{84517AA4-E556-493D-8CE1-75799F7D6EDF}" destId="{89968F87-19F4-4B41-838B-3F2C27574888}" srcOrd="0" destOrd="0" presId="urn:microsoft.com/office/officeart/2009/3/layout/HorizontalOrganizationChart"/>
    <dgm:cxn modelId="{09128EF5-4FFA-4650-A43D-7DEB9B1E22AD}" type="presOf" srcId="{17C4F62A-CE8C-474B-B5F8-BF41112B9E77}" destId="{33F21F18-F1CA-48BF-9972-A65913DE8DEF}" srcOrd="0" destOrd="0" presId="urn:microsoft.com/office/officeart/2009/3/layout/HorizontalOrganizationChart"/>
    <dgm:cxn modelId="{41070139-C285-4B4B-AB8B-5307403C3328}" type="presParOf" srcId="{E9421E1E-7B3B-4A9B-88EE-D711C90DF01F}" destId="{0B858454-CC67-4EE9-A2F4-9B8C72DF27EF}" srcOrd="0" destOrd="0" presId="urn:microsoft.com/office/officeart/2009/3/layout/HorizontalOrganizationChart"/>
    <dgm:cxn modelId="{41B69EAB-C0AD-4A44-8EAE-25B8436AF523}" type="presParOf" srcId="{0B858454-CC67-4EE9-A2F4-9B8C72DF27EF}" destId="{7077B5E1-7A41-4F3E-8506-B68C058EE8FA}" srcOrd="0" destOrd="0" presId="urn:microsoft.com/office/officeart/2009/3/layout/HorizontalOrganizationChart"/>
    <dgm:cxn modelId="{8D7C6070-38FE-4CBB-9670-C531504D57A3}" type="presParOf" srcId="{7077B5E1-7A41-4F3E-8506-B68C058EE8FA}" destId="{D15515E6-7CC7-4E44-845C-69825D10FF3E}" srcOrd="0" destOrd="0" presId="urn:microsoft.com/office/officeart/2009/3/layout/HorizontalOrganizationChart"/>
    <dgm:cxn modelId="{23943458-8831-4A69-A13A-9405714EB371}" type="presParOf" srcId="{7077B5E1-7A41-4F3E-8506-B68C058EE8FA}" destId="{F21B411A-816C-4492-A9EC-6C29E88C95F9}" srcOrd="1" destOrd="0" presId="urn:microsoft.com/office/officeart/2009/3/layout/HorizontalOrganizationChart"/>
    <dgm:cxn modelId="{D025DCD2-08ED-44E4-A0F2-28F51A7D6E2D}" type="presParOf" srcId="{0B858454-CC67-4EE9-A2F4-9B8C72DF27EF}" destId="{86EB4264-144F-44D3-AA3D-1F56A80689B1}" srcOrd="1" destOrd="0" presId="urn:microsoft.com/office/officeart/2009/3/layout/HorizontalOrganizationChart"/>
    <dgm:cxn modelId="{85E68049-7BE1-482B-81B6-624EF07B5FDB}" type="presParOf" srcId="{86EB4264-144F-44D3-AA3D-1F56A80689B1}" destId="{0A572FDB-2AB8-4C48-BDFB-D8DE2E8587DF}" srcOrd="0" destOrd="0" presId="urn:microsoft.com/office/officeart/2009/3/layout/HorizontalOrganizationChart"/>
    <dgm:cxn modelId="{428CD660-91F3-4B99-91DE-C9E78C0701F4}" type="presParOf" srcId="{86EB4264-144F-44D3-AA3D-1F56A80689B1}" destId="{D76AEA80-8CC0-476A-97BD-AF707409A110}" srcOrd="1" destOrd="0" presId="urn:microsoft.com/office/officeart/2009/3/layout/HorizontalOrganizationChart"/>
    <dgm:cxn modelId="{65A8E7EB-9BDC-4646-8ECC-52E9A7FAFD89}" type="presParOf" srcId="{D76AEA80-8CC0-476A-97BD-AF707409A110}" destId="{08B78287-81E1-4FBA-9B6B-144062869174}" srcOrd="0" destOrd="0" presId="urn:microsoft.com/office/officeart/2009/3/layout/HorizontalOrganizationChart"/>
    <dgm:cxn modelId="{92D5BDBC-9255-410C-A9AA-27E0A507F6BD}" type="presParOf" srcId="{08B78287-81E1-4FBA-9B6B-144062869174}" destId="{3BAA3FBC-3FB2-469A-BDAB-1BCBAD2678FE}" srcOrd="0" destOrd="0" presId="urn:microsoft.com/office/officeart/2009/3/layout/HorizontalOrganizationChart"/>
    <dgm:cxn modelId="{92150CEE-D6D8-44F3-9697-599C82A3B1ED}" type="presParOf" srcId="{08B78287-81E1-4FBA-9B6B-144062869174}" destId="{EBD75AF6-50ED-4AC1-A069-5AAE0C535323}" srcOrd="1" destOrd="0" presId="urn:microsoft.com/office/officeart/2009/3/layout/HorizontalOrganizationChart"/>
    <dgm:cxn modelId="{59607F30-2D3D-414E-AC6F-BCA52A0741AE}" type="presParOf" srcId="{D76AEA80-8CC0-476A-97BD-AF707409A110}" destId="{43900DA4-F5C6-410D-91B2-F390FB66B738}" srcOrd="1" destOrd="0" presId="urn:microsoft.com/office/officeart/2009/3/layout/HorizontalOrganizationChart"/>
    <dgm:cxn modelId="{93B36154-106D-47FA-8B99-F58473EBE917}" type="presParOf" srcId="{43900DA4-F5C6-410D-91B2-F390FB66B738}" destId="{CE06F786-1F8E-4DF9-9841-1C053BE67474}" srcOrd="0" destOrd="0" presId="urn:microsoft.com/office/officeart/2009/3/layout/HorizontalOrganizationChart"/>
    <dgm:cxn modelId="{5C97CB26-70A2-4F19-B649-0438B380F1EF}" type="presParOf" srcId="{43900DA4-F5C6-410D-91B2-F390FB66B738}" destId="{B1D22D13-F44E-4CE5-8831-26DEA9AF03C9}" srcOrd="1" destOrd="0" presId="urn:microsoft.com/office/officeart/2009/3/layout/HorizontalOrganizationChart"/>
    <dgm:cxn modelId="{E4E0D16A-24C5-47CD-8048-C7071D3306F4}" type="presParOf" srcId="{B1D22D13-F44E-4CE5-8831-26DEA9AF03C9}" destId="{7DA194DF-1F3D-4D7D-BA7E-5B3B05B751AC}" srcOrd="0" destOrd="0" presId="urn:microsoft.com/office/officeart/2009/3/layout/HorizontalOrganizationChart"/>
    <dgm:cxn modelId="{5C930713-52B4-4574-A5FC-24343767EBD8}" type="presParOf" srcId="{7DA194DF-1F3D-4D7D-BA7E-5B3B05B751AC}" destId="{D7CB8D68-DEB8-448F-B96F-41A21EE9E413}" srcOrd="0" destOrd="0" presId="urn:microsoft.com/office/officeart/2009/3/layout/HorizontalOrganizationChart"/>
    <dgm:cxn modelId="{D598FCC4-187A-4C65-9C9E-667E64333FF1}" type="presParOf" srcId="{7DA194DF-1F3D-4D7D-BA7E-5B3B05B751AC}" destId="{7C8D1AE6-1317-4C0A-9E91-196856DA842B}" srcOrd="1" destOrd="0" presId="urn:microsoft.com/office/officeart/2009/3/layout/HorizontalOrganizationChart"/>
    <dgm:cxn modelId="{ECA3060A-0CC3-426B-AD4C-2C8F8541D6B3}" type="presParOf" srcId="{B1D22D13-F44E-4CE5-8831-26DEA9AF03C9}" destId="{621C0E10-3615-47DE-AE7F-341F885F8500}" srcOrd="1" destOrd="0" presId="urn:microsoft.com/office/officeart/2009/3/layout/HorizontalOrganizationChart"/>
    <dgm:cxn modelId="{D95C73C1-4697-4985-BFEE-2444375B7096}" type="presParOf" srcId="{B1D22D13-F44E-4CE5-8831-26DEA9AF03C9}" destId="{DC790AF5-649E-40D8-8898-C4383DAAC750}" srcOrd="2" destOrd="0" presId="urn:microsoft.com/office/officeart/2009/3/layout/HorizontalOrganizationChart"/>
    <dgm:cxn modelId="{EDB242C1-0E60-4551-BD92-4A52EF6FC828}" type="presParOf" srcId="{43900DA4-F5C6-410D-91B2-F390FB66B738}" destId="{C2E62EE6-3877-48B2-A05D-8C41906AFEFA}" srcOrd="2" destOrd="0" presId="urn:microsoft.com/office/officeart/2009/3/layout/HorizontalOrganizationChart"/>
    <dgm:cxn modelId="{94E7A578-437C-4AD4-9B22-8444D82A5274}" type="presParOf" srcId="{43900DA4-F5C6-410D-91B2-F390FB66B738}" destId="{B67491D4-445B-43DA-93DD-11F1BD47124F}" srcOrd="3" destOrd="0" presId="urn:microsoft.com/office/officeart/2009/3/layout/HorizontalOrganizationChart"/>
    <dgm:cxn modelId="{957061BA-003A-45B3-9445-DEADE824C4DB}" type="presParOf" srcId="{B67491D4-445B-43DA-93DD-11F1BD47124F}" destId="{7EDFCB7B-37E8-4CB7-9043-BCBCAE7236EF}" srcOrd="0" destOrd="0" presId="urn:microsoft.com/office/officeart/2009/3/layout/HorizontalOrganizationChart"/>
    <dgm:cxn modelId="{78B8CB7F-706F-42A4-95A1-789144253A8A}" type="presParOf" srcId="{7EDFCB7B-37E8-4CB7-9043-BCBCAE7236EF}" destId="{ACE2A33F-01DB-4683-BA98-EF983ACF58C7}" srcOrd="0" destOrd="0" presId="urn:microsoft.com/office/officeart/2009/3/layout/HorizontalOrganizationChart"/>
    <dgm:cxn modelId="{6ADE79F2-2BC2-4353-9742-F85EB98E296B}" type="presParOf" srcId="{7EDFCB7B-37E8-4CB7-9043-BCBCAE7236EF}" destId="{7217A7AF-335E-47DD-83E3-EF5E2D7BF7E6}" srcOrd="1" destOrd="0" presId="urn:microsoft.com/office/officeart/2009/3/layout/HorizontalOrganizationChart"/>
    <dgm:cxn modelId="{924AD56C-8BEA-442E-AA76-CC6C76820E40}" type="presParOf" srcId="{B67491D4-445B-43DA-93DD-11F1BD47124F}" destId="{10FA9D11-1CF9-4105-93CC-2B82258FA90B}" srcOrd="1" destOrd="0" presId="urn:microsoft.com/office/officeart/2009/3/layout/HorizontalOrganizationChart"/>
    <dgm:cxn modelId="{5BE81F8D-AD18-41C6-AA0B-D0EF0A312177}" type="presParOf" srcId="{B67491D4-445B-43DA-93DD-11F1BD47124F}" destId="{3DF6F224-5690-47C9-8FF4-3EC2D4CBF5A0}" srcOrd="2" destOrd="0" presId="urn:microsoft.com/office/officeart/2009/3/layout/HorizontalOrganizationChart"/>
    <dgm:cxn modelId="{D00FDEAD-0F39-4C80-88D1-0AE9E632216B}" type="presParOf" srcId="{43900DA4-F5C6-410D-91B2-F390FB66B738}" destId="{33F21F18-F1CA-48BF-9972-A65913DE8DEF}" srcOrd="4" destOrd="0" presId="urn:microsoft.com/office/officeart/2009/3/layout/HorizontalOrganizationChart"/>
    <dgm:cxn modelId="{06439221-4C2C-44FB-AFFC-D80BCA98BC47}" type="presParOf" srcId="{43900DA4-F5C6-410D-91B2-F390FB66B738}" destId="{08C5FA2E-9E3E-45B6-AD58-BB8044B8449A}" srcOrd="5" destOrd="0" presId="urn:microsoft.com/office/officeart/2009/3/layout/HorizontalOrganizationChart"/>
    <dgm:cxn modelId="{AC611E0E-B8B1-4DEF-8A8B-A8EEFE6AEFFB}" type="presParOf" srcId="{08C5FA2E-9E3E-45B6-AD58-BB8044B8449A}" destId="{37B0A8C6-417A-497F-B37C-04B614C533D2}" srcOrd="0" destOrd="0" presId="urn:microsoft.com/office/officeart/2009/3/layout/HorizontalOrganizationChart"/>
    <dgm:cxn modelId="{A91227A3-1A34-4BC8-8D28-D008B43B9DCC}" type="presParOf" srcId="{37B0A8C6-417A-497F-B37C-04B614C533D2}" destId="{426ABBA8-943D-46C6-8F81-3113BD0A0007}" srcOrd="0" destOrd="0" presId="urn:microsoft.com/office/officeart/2009/3/layout/HorizontalOrganizationChart"/>
    <dgm:cxn modelId="{A681F711-B3DB-4983-BFF6-E9A1F786DDE6}" type="presParOf" srcId="{37B0A8C6-417A-497F-B37C-04B614C533D2}" destId="{3271DE57-2C90-4EAC-AE28-45EA5FCEF60E}" srcOrd="1" destOrd="0" presId="urn:microsoft.com/office/officeart/2009/3/layout/HorizontalOrganizationChart"/>
    <dgm:cxn modelId="{EDD76DC0-7EAF-4A40-9729-C04E8BC2BDA5}" type="presParOf" srcId="{08C5FA2E-9E3E-45B6-AD58-BB8044B8449A}" destId="{56E68E80-D959-4D94-9164-0A6AE44C2E88}" srcOrd="1" destOrd="0" presId="urn:microsoft.com/office/officeart/2009/3/layout/HorizontalOrganizationChart"/>
    <dgm:cxn modelId="{54ED1B39-78AE-4FC7-9E3D-051EF453D584}" type="presParOf" srcId="{08C5FA2E-9E3E-45B6-AD58-BB8044B8449A}" destId="{A61DB84B-2B3C-4A98-94A3-D25A315A010D}" srcOrd="2" destOrd="0" presId="urn:microsoft.com/office/officeart/2009/3/layout/HorizontalOrganizationChart"/>
    <dgm:cxn modelId="{CAE32D95-F2BB-4716-AED5-69EA85089839}" type="presParOf" srcId="{D76AEA80-8CC0-476A-97BD-AF707409A110}" destId="{0DE23618-2583-4BCC-8CB1-1996BC071562}" srcOrd="2" destOrd="0" presId="urn:microsoft.com/office/officeart/2009/3/layout/HorizontalOrganizationChart"/>
    <dgm:cxn modelId="{4FA5DC96-31E2-4D6B-B95A-F4D1E008D8F4}" type="presParOf" srcId="{86EB4264-144F-44D3-AA3D-1F56A80689B1}" destId="{4165B2C8-D3E1-4550-AC8A-28D96E36D69F}" srcOrd="2" destOrd="0" presId="urn:microsoft.com/office/officeart/2009/3/layout/HorizontalOrganizationChart"/>
    <dgm:cxn modelId="{ADE0EC7F-FFDD-4EA8-A907-A6EE4E5EFF50}" type="presParOf" srcId="{86EB4264-144F-44D3-AA3D-1F56A80689B1}" destId="{070AA6CE-A9AD-4CF5-874D-CE9E661ED0E9}" srcOrd="3" destOrd="0" presId="urn:microsoft.com/office/officeart/2009/3/layout/HorizontalOrganizationChart"/>
    <dgm:cxn modelId="{F118C41C-6562-4E8A-926A-6F9A003FFFF3}" type="presParOf" srcId="{070AA6CE-A9AD-4CF5-874D-CE9E661ED0E9}" destId="{05141DAB-770D-4C9D-8D15-5F75E25979CB}" srcOrd="0" destOrd="0" presId="urn:microsoft.com/office/officeart/2009/3/layout/HorizontalOrganizationChart"/>
    <dgm:cxn modelId="{022A44A7-1123-4E22-9318-E7F35B2FDE05}" type="presParOf" srcId="{05141DAB-770D-4C9D-8D15-5F75E25979CB}" destId="{76BD0F3C-B9BD-4D3B-8D2D-A774EFFFDA0C}" srcOrd="0" destOrd="0" presId="urn:microsoft.com/office/officeart/2009/3/layout/HorizontalOrganizationChart"/>
    <dgm:cxn modelId="{BB3507B4-D5EB-40D1-B60B-37A76EC3CD40}" type="presParOf" srcId="{05141DAB-770D-4C9D-8D15-5F75E25979CB}" destId="{46ACC7C6-57B5-4092-9423-AD1C66C50DC6}" srcOrd="1" destOrd="0" presId="urn:microsoft.com/office/officeart/2009/3/layout/HorizontalOrganizationChart"/>
    <dgm:cxn modelId="{910DE3DB-98D6-4263-A0F4-3F92D20CF7EE}" type="presParOf" srcId="{070AA6CE-A9AD-4CF5-874D-CE9E661ED0E9}" destId="{A700BD86-7077-41E8-86EC-CCC637BEDCE7}" srcOrd="1" destOrd="0" presId="urn:microsoft.com/office/officeart/2009/3/layout/HorizontalOrganizationChart"/>
    <dgm:cxn modelId="{6022A7C5-710F-4701-A58C-56CC0D7AD29C}" type="presParOf" srcId="{A700BD86-7077-41E8-86EC-CCC637BEDCE7}" destId="{51BEF273-33D0-4A50-9F71-17E47603FE80}" srcOrd="0" destOrd="0" presId="urn:microsoft.com/office/officeart/2009/3/layout/HorizontalOrganizationChart"/>
    <dgm:cxn modelId="{621482D7-E209-4A6C-8D86-3508766B9DD1}" type="presParOf" srcId="{A700BD86-7077-41E8-86EC-CCC637BEDCE7}" destId="{2B1FFCFF-A9C4-4B36-9EBD-AE2CC588F73B}" srcOrd="1" destOrd="0" presId="urn:microsoft.com/office/officeart/2009/3/layout/HorizontalOrganizationChart"/>
    <dgm:cxn modelId="{DCA43C5E-52A0-4DA2-B31F-F634333C3A1A}" type="presParOf" srcId="{2B1FFCFF-A9C4-4B36-9EBD-AE2CC588F73B}" destId="{D885B08A-B14E-439A-B554-5383F18391BC}" srcOrd="0" destOrd="0" presId="urn:microsoft.com/office/officeart/2009/3/layout/HorizontalOrganizationChart"/>
    <dgm:cxn modelId="{F44EB187-50C4-4631-8224-1A12EA8CC374}" type="presParOf" srcId="{D885B08A-B14E-439A-B554-5383F18391BC}" destId="{2E6D9D76-DA09-4B58-A817-6AEFDDE0D830}" srcOrd="0" destOrd="0" presId="urn:microsoft.com/office/officeart/2009/3/layout/HorizontalOrganizationChart"/>
    <dgm:cxn modelId="{42E4AC80-502E-468D-AB37-99A7A7D38290}" type="presParOf" srcId="{D885B08A-B14E-439A-B554-5383F18391BC}" destId="{947ACDDA-BC68-4D0A-91CB-32C738B8D6BE}" srcOrd="1" destOrd="0" presId="urn:microsoft.com/office/officeart/2009/3/layout/HorizontalOrganizationChart"/>
    <dgm:cxn modelId="{699F438A-31C9-4FE5-B4E1-A8CE2451B04E}" type="presParOf" srcId="{2B1FFCFF-A9C4-4B36-9EBD-AE2CC588F73B}" destId="{060A6A63-1349-46D4-983D-2D5BEBFBD765}" srcOrd="1" destOrd="0" presId="urn:microsoft.com/office/officeart/2009/3/layout/HorizontalOrganizationChart"/>
    <dgm:cxn modelId="{224EB9BD-1CD6-48AD-BE38-EA0EE11ED110}" type="presParOf" srcId="{2B1FFCFF-A9C4-4B36-9EBD-AE2CC588F73B}" destId="{53B99812-E900-431C-844C-FB9C944B4A33}" srcOrd="2" destOrd="0" presId="urn:microsoft.com/office/officeart/2009/3/layout/HorizontalOrganizationChart"/>
    <dgm:cxn modelId="{05A0B493-ECB6-4F7B-8A73-DBA5DA586B97}" type="presParOf" srcId="{A700BD86-7077-41E8-86EC-CCC637BEDCE7}" destId="{F25C431A-4C5B-4931-A4ED-E61A34B67C26}" srcOrd="2" destOrd="0" presId="urn:microsoft.com/office/officeart/2009/3/layout/HorizontalOrganizationChart"/>
    <dgm:cxn modelId="{FB1A001D-D771-445D-AC70-2E4CE07DEA48}" type="presParOf" srcId="{A700BD86-7077-41E8-86EC-CCC637BEDCE7}" destId="{29B6381A-8438-461B-9276-762994243768}" srcOrd="3" destOrd="0" presId="urn:microsoft.com/office/officeart/2009/3/layout/HorizontalOrganizationChart"/>
    <dgm:cxn modelId="{3FC0AFDB-9220-4562-BB54-4A4D1A94C4BF}" type="presParOf" srcId="{29B6381A-8438-461B-9276-762994243768}" destId="{A3EB08FA-7478-4A56-8568-38C3E1331015}" srcOrd="0" destOrd="0" presId="urn:microsoft.com/office/officeart/2009/3/layout/HorizontalOrganizationChart"/>
    <dgm:cxn modelId="{84B1E925-D0EB-406B-83CC-4F6D60C5680F}" type="presParOf" srcId="{A3EB08FA-7478-4A56-8568-38C3E1331015}" destId="{1D086C41-0B55-4939-AEF0-1821A526BDAE}" srcOrd="0" destOrd="0" presId="urn:microsoft.com/office/officeart/2009/3/layout/HorizontalOrganizationChart"/>
    <dgm:cxn modelId="{4523E764-CF77-40CD-A09A-A3B02F68968C}" type="presParOf" srcId="{A3EB08FA-7478-4A56-8568-38C3E1331015}" destId="{86BE6033-66E2-4B28-AC4B-59A72F32C117}" srcOrd="1" destOrd="0" presId="urn:microsoft.com/office/officeart/2009/3/layout/HorizontalOrganizationChart"/>
    <dgm:cxn modelId="{BD5CE33B-B127-4F27-ACD4-25EF4A80718D}" type="presParOf" srcId="{29B6381A-8438-461B-9276-762994243768}" destId="{4960DDF8-7BE6-450E-B276-7141771E4694}" srcOrd="1" destOrd="0" presId="urn:microsoft.com/office/officeart/2009/3/layout/HorizontalOrganizationChart"/>
    <dgm:cxn modelId="{BB565F5F-AB45-4D6D-8D5B-BB748CBB65C5}" type="presParOf" srcId="{29B6381A-8438-461B-9276-762994243768}" destId="{BD23A8E6-337F-43DD-8709-AAF9EE1EBAFC}" srcOrd="2" destOrd="0" presId="urn:microsoft.com/office/officeart/2009/3/layout/HorizontalOrganizationChart"/>
    <dgm:cxn modelId="{075646FB-2BD8-46E5-A41F-25066E34EB0E}" type="presParOf" srcId="{A700BD86-7077-41E8-86EC-CCC637BEDCE7}" destId="{FBDD7D73-ADDB-4630-87CF-6713A283A0D3}" srcOrd="4" destOrd="0" presId="urn:microsoft.com/office/officeart/2009/3/layout/HorizontalOrganizationChart"/>
    <dgm:cxn modelId="{064659CF-D4E5-4F3A-B590-B268BDDAA06A}" type="presParOf" srcId="{A700BD86-7077-41E8-86EC-CCC637BEDCE7}" destId="{0772CE64-5D71-4C3D-99B0-D6C7D7985A38}" srcOrd="5" destOrd="0" presId="urn:microsoft.com/office/officeart/2009/3/layout/HorizontalOrganizationChart"/>
    <dgm:cxn modelId="{93B625A5-5F57-41B9-A3AA-42FF6D754CB9}" type="presParOf" srcId="{0772CE64-5D71-4C3D-99B0-D6C7D7985A38}" destId="{BEA93559-C341-483C-AFB7-7E5AE24E1B75}" srcOrd="0" destOrd="0" presId="urn:microsoft.com/office/officeart/2009/3/layout/HorizontalOrganizationChart"/>
    <dgm:cxn modelId="{E8176341-8F0B-4C3B-BF39-06E966A9233C}" type="presParOf" srcId="{BEA93559-C341-483C-AFB7-7E5AE24E1B75}" destId="{7053CB1C-549E-4926-9708-3C0437950CA9}" srcOrd="0" destOrd="0" presId="urn:microsoft.com/office/officeart/2009/3/layout/HorizontalOrganizationChart"/>
    <dgm:cxn modelId="{A6FA7D58-2C22-464E-A9B5-B2586E109270}" type="presParOf" srcId="{BEA93559-C341-483C-AFB7-7E5AE24E1B75}" destId="{99444A9A-3949-4174-81CD-BB3733ACF490}" srcOrd="1" destOrd="0" presId="urn:microsoft.com/office/officeart/2009/3/layout/HorizontalOrganizationChart"/>
    <dgm:cxn modelId="{A31ED151-B124-4DF6-BE39-E92DF340AB28}" type="presParOf" srcId="{0772CE64-5D71-4C3D-99B0-D6C7D7985A38}" destId="{2FC06604-A6E2-4DC3-86C8-0769ECC87865}" srcOrd="1" destOrd="0" presId="urn:microsoft.com/office/officeart/2009/3/layout/HorizontalOrganizationChart"/>
    <dgm:cxn modelId="{A0396F94-96D4-409D-8C29-02B0B6FDDF45}" type="presParOf" srcId="{2FC06604-A6E2-4DC3-86C8-0769ECC87865}" destId="{75C8C3BB-BC50-410F-9716-9FEB30338CEC}" srcOrd="0" destOrd="0" presId="urn:microsoft.com/office/officeart/2009/3/layout/HorizontalOrganizationChart"/>
    <dgm:cxn modelId="{B095291C-AB50-4362-8E89-784E9E2E0846}" type="presParOf" srcId="{2FC06604-A6E2-4DC3-86C8-0769ECC87865}" destId="{0A10B7AE-99A5-47BD-856E-52162A9F8A31}" srcOrd="1" destOrd="0" presId="urn:microsoft.com/office/officeart/2009/3/layout/HorizontalOrganizationChart"/>
    <dgm:cxn modelId="{187311FB-10F6-42AF-9ED3-B68A4DD8173D}" type="presParOf" srcId="{0A10B7AE-99A5-47BD-856E-52162A9F8A31}" destId="{295A7009-C3DF-43EA-8D20-D8131BE23F71}" srcOrd="0" destOrd="0" presId="urn:microsoft.com/office/officeart/2009/3/layout/HorizontalOrganizationChart"/>
    <dgm:cxn modelId="{D2296245-E634-478E-8B3A-AB0DDF3D3875}" type="presParOf" srcId="{295A7009-C3DF-43EA-8D20-D8131BE23F71}" destId="{89968F87-19F4-4B41-838B-3F2C27574888}" srcOrd="0" destOrd="0" presId="urn:microsoft.com/office/officeart/2009/3/layout/HorizontalOrganizationChart"/>
    <dgm:cxn modelId="{F2D964D1-9142-4109-AC4A-C4FAB9F6C5BE}" type="presParOf" srcId="{295A7009-C3DF-43EA-8D20-D8131BE23F71}" destId="{9FBB9E44-600B-48A1-922B-9CF9EA2ED2FD}" srcOrd="1" destOrd="0" presId="urn:microsoft.com/office/officeart/2009/3/layout/HorizontalOrganizationChart"/>
    <dgm:cxn modelId="{C43C6DE6-6262-4E96-8FC7-5513CAF72C32}" type="presParOf" srcId="{0A10B7AE-99A5-47BD-856E-52162A9F8A31}" destId="{BBB5C84D-0BCA-46A5-BC8E-6E328D307EAC}" srcOrd="1" destOrd="0" presId="urn:microsoft.com/office/officeart/2009/3/layout/HorizontalOrganizationChart"/>
    <dgm:cxn modelId="{3537FFA9-2FEC-4BE9-9AF5-1B2A172713EE}" type="presParOf" srcId="{0A10B7AE-99A5-47BD-856E-52162A9F8A31}" destId="{B6A2CEF0-A41F-4505-9F24-38C7C63998C4}" srcOrd="2" destOrd="0" presId="urn:microsoft.com/office/officeart/2009/3/layout/HorizontalOrganizationChart"/>
    <dgm:cxn modelId="{38F30F1C-F371-4C73-9E01-9280DD7151D1}" type="presParOf" srcId="{0772CE64-5D71-4C3D-99B0-D6C7D7985A38}" destId="{DCD21FB5-8F47-4A72-A743-ACCA7DCCAAE7}" srcOrd="2" destOrd="0" presId="urn:microsoft.com/office/officeart/2009/3/layout/HorizontalOrganizationChart"/>
    <dgm:cxn modelId="{C373795B-142B-42F0-92B0-2DA677B5CDAE}" type="presParOf" srcId="{070AA6CE-A9AD-4CF5-874D-CE9E661ED0E9}" destId="{357E2889-FD24-449B-8376-4EBFBCAAF49F}" srcOrd="2" destOrd="0" presId="urn:microsoft.com/office/officeart/2009/3/layout/HorizontalOrganizationChart"/>
    <dgm:cxn modelId="{BA515D28-9AC2-45BA-BF89-8ED17D61A210}" type="presParOf" srcId="{0B858454-CC67-4EE9-A2F4-9B8C72DF27EF}" destId="{2CCC4E13-CEC4-4A37-A73D-15A5C5903D5D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793BC2A-E431-497D-A171-7D2DE3BB7BBF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8DE54F-6634-44FD-894B-30CADD448743}">
      <dgm:prSet phldrT="[Text]"/>
      <dgm:spPr/>
      <dgm:t>
        <a:bodyPr/>
        <a:lstStyle/>
        <a:p>
          <a:pPr>
            <a:buNone/>
          </a:pPr>
          <a:r>
            <a:rPr lang="en-US" b="1" dirty="0"/>
            <a:t>2. Properties (</a:t>
          </a:r>
          <a:r>
            <a:rPr lang="th-TH" b="1" dirty="0"/>
            <a:t>คุณสมบัติภายนอก)</a:t>
          </a:r>
          <a:endParaRPr lang="en-US" dirty="0"/>
        </a:p>
      </dgm:t>
    </dgm:pt>
    <dgm:pt modelId="{27F3B65E-46CB-46B9-B048-E9444C21256F}" type="parTrans" cxnId="{63D00766-EB8F-45A4-A9FB-48DF8EE8685C}">
      <dgm:prSet/>
      <dgm:spPr/>
      <dgm:t>
        <a:bodyPr/>
        <a:lstStyle/>
        <a:p>
          <a:endParaRPr lang="en-US"/>
        </a:p>
      </dgm:t>
    </dgm:pt>
    <dgm:pt modelId="{EA8DFDAB-55C3-4657-82A0-3C3B22ED109B}" type="sibTrans" cxnId="{63D00766-EB8F-45A4-A9FB-48DF8EE8685C}">
      <dgm:prSet/>
      <dgm:spPr/>
      <dgm:t>
        <a:bodyPr/>
        <a:lstStyle/>
        <a:p>
          <a:endParaRPr lang="en-US"/>
        </a:p>
      </dgm:t>
    </dgm:pt>
    <dgm:pt modelId="{DE4C82C1-2F82-4EA3-896D-998B143F3B8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Formatting (</a:t>
          </a:r>
          <a:r>
            <a:rPr lang="th-TH" b="1" dirty="0"/>
            <a:t>การตกแต่ง)</a:t>
          </a:r>
          <a:endParaRPr lang="th-TH" dirty="0"/>
        </a:p>
      </dgm:t>
    </dgm:pt>
    <dgm:pt modelId="{4E262989-DFE3-46E5-99E9-AF662516B9DD}" type="parTrans" cxnId="{D1DDE097-324D-468A-9315-E0A75BC44F94}">
      <dgm:prSet/>
      <dgm:spPr/>
      <dgm:t>
        <a:bodyPr/>
        <a:lstStyle/>
        <a:p>
          <a:endParaRPr lang="en-US"/>
        </a:p>
      </dgm:t>
    </dgm:pt>
    <dgm:pt modelId="{832A7E65-D1F8-4ECF-9710-126A882DA262}" type="sibTrans" cxnId="{D1DDE097-324D-468A-9315-E0A75BC44F94}">
      <dgm:prSet/>
      <dgm:spPr/>
      <dgm:t>
        <a:bodyPr/>
        <a:lstStyle/>
        <a:p>
          <a:endParaRPr lang="en-US"/>
        </a:p>
      </dgm:t>
    </dgm:pt>
    <dgm:pt modelId="{6FAD1285-BC7F-43DC-9F07-95BFD16C211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 dirty="0"/>
            <a:t>Font:</a:t>
          </a:r>
          <a:r>
            <a:rPr lang="en-US" dirty="0"/>
            <a:t> </a:t>
          </a:r>
          <a:r>
            <a:rPr lang="th-TH" dirty="0"/>
            <a:t>ขนาด, สี, ตัวหนา/เอียง</a:t>
          </a:r>
        </a:p>
      </dgm:t>
    </dgm:pt>
    <dgm:pt modelId="{AF60C65F-925F-499A-9E57-42C54BA88531}" type="parTrans" cxnId="{3CE95DA5-D1A1-4A82-B548-3506848365D4}">
      <dgm:prSet/>
      <dgm:spPr/>
      <dgm:t>
        <a:bodyPr/>
        <a:lstStyle/>
        <a:p>
          <a:endParaRPr lang="en-US"/>
        </a:p>
      </dgm:t>
    </dgm:pt>
    <dgm:pt modelId="{7DE5E700-8A0B-4451-AE01-6441E0A0F8BE}" type="sibTrans" cxnId="{3CE95DA5-D1A1-4A82-B548-3506848365D4}">
      <dgm:prSet/>
      <dgm:spPr/>
      <dgm:t>
        <a:bodyPr/>
        <a:lstStyle/>
        <a:p>
          <a:endParaRPr lang="en-US"/>
        </a:p>
      </dgm:t>
    </dgm:pt>
    <dgm:pt modelId="{FC111207-8298-441E-8493-4AB8099C7F0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/>
            <a:t>Fill:</a:t>
          </a:r>
          <a:r>
            <a:rPr lang="en-US"/>
            <a:t> </a:t>
          </a:r>
          <a:r>
            <a:rPr lang="th-TH"/>
            <a:t>สีพื้นหลัง</a:t>
          </a:r>
        </a:p>
      </dgm:t>
    </dgm:pt>
    <dgm:pt modelId="{EE144568-4F98-4351-83AD-3B8BA6184435}" type="parTrans" cxnId="{C95C1FF4-36B5-47E8-BECA-1A0A9B8DC1A5}">
      <dgm:prSet/>
      <dgm:spPr/>
      <dgm:t>
        <a:bodyPr/>
        <a:lstStyle/>
        <a:p>
          <a:endParaRPr lang="en-US"/>
        </a:p>
      </dgm:t>
    </dgm:pt>
    <dgm:pt modelId="{9367C0DD-075E-4843-A988-06E47083B912}" type="sibTrans" cxnId="{C95C1FF4-36B5-47E8-BECA-1A0A9B8DC1A5}">
      <dgm:prSet/>
      <dgm:spPr/>
      <dgm:t>
        <a:bodyPr/>
        <a:lstStyle/>
        <a:p>
          <a:endParaRPr lang="en-US"/>
        </a:p>
      </dgm:t>
    </dgm:pt>
    <dgm:pt modelId="{405F1D1B-70F4-4C0E-A010-74F8CA3724E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 dirty="0"/>
            <a:t>Border:</a:t>
          </a:r>
          <a:r>
            <a:rPr lang="en-US" dirty="0"/>
            <a:t> </a:t>
          </a:r>
          <a:r>
            <a:rPr lang="th-TH" dirty="0"/>
            <a:t>เส้นขอบ</a:t>
          </a:r>
        </a:p>
      </dgm:t>
    </dgm:pt>
    <dgm:pt modelId="{6BF993C3-1DF7-44A6-8B60-A50E1EF46E60}" type="parTrans" cxnId="{0CAC4E6B-BDC6-4752-A45D-77BC09B1EEAB}">
      <dgm:prSet/>
      <dgm:spPr/>
      <dgm:t>
        <a:bodyPr/>
        <a:lstStyle/>
        <a:p>
          <a:endParaRPr lang="en-US"/>
        </a:p>
      </dgm:t>
    </dgm:pt>
    <dgm:pt modelId="{DD5D7046-F443-46E1-8139-05E66AB9AEF6}" type="sibTrans" cxnId="{0CAC4E6B-BDC6-4752-A45D-77BC09B1EEAB}">
      <dgm:prSet/>
      <dgm:spPr/>
      <dgm:t>
        <a:bodyPr/>
        <a:lstStyle/>
        <a:p>
          <a:endParaRPr lang="en-US"/>
        </a:p>
      </dgm:t>
    </dgm:pt>
    <dgm:pt modelId="{EA17A8EB-09D7-49EC-8DD1-BE4F30DF774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Alignment (</a:t>
          </a:r>
          <a:r>
            <a:rPr lang="th-TH" b="1" dirty="0"/>
            <a:t>การจัดวาง)</a:t>
          </a:r>
          <a:endParaRPr lang="th-TH" dirty="0"/>
        </a:p>
      </dgm:t>
    </dgm:pt>
    <dgm:pt modelId="{7E1E79CD-367A-4B48-937A-9DB88AB162DE}" type="parTrans" cxnId="{8B7222B5-CDF0-475B-965F-779E478C4BA9}">
      <dgm:prSet/>
      <dgm:spPr/>
      <dgm:t>
        <a:bodyPr/>
        <a:lstStyle/>
        <a:p>
          <a:endParaRPr lang="en-US"/>
        </a:p>
      </dgm:t>
    </dgm:pt>
    <dgm:pt modelId="{4D0D3372-E796-4544-9C3D-78DA457E2FBD}" type="sibTrans" cxnId="{8B7222B5-CDF0-475B-965F-779E478C4BA9}">
      <dgm:prSet/>
      <dgm:spPr/>
      <dgm:t>
        <a:bodyPr/>
        <a:lstStyle/>
        <a:p>
          <a:endParaRPr lang="en-US"/>
        </a:p>
      </dgm:t>
    </dgm:pt>
    <dgm:pt modelId="{53895ABA-85AA-428D-9213-83F4DD3481D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th-TH"/>
            <a:t>ชิดซ้าย/ขวา/กลาง</a:t>
          </a:r>
        </a:p>
      </dgm:t>
    </dgm:pt>
    <dgm:pt modelId="{E7B19A5F-195F-40D2-B159-BBD2C26D7832}" type="parTrans" cxnId="{BE446B0F-9B7B-413C-B13F-2D7010A464FF}">
      <dgm:prSet/>
      <dgm:spPr/>
      <dgm:t>
        <a:bodyPr/>
        <a:lstStyle/>
        <a:p>
          <a:endParaRPr lang="en-US"/>
        </a:p>
      </dgm:t>
    </dgm:pt>
    <dgm:pt modelId="{EDC2EFAA-919F-4E06-B1E2-F82EAB625469}" type="sibTrans" cxnId="{BE446B0F-9B7B-413C-B13F-2D7010A464FF}">
      <dgm:prSet/>
      <dgm:spPr/>
      <dgm:t>
        <a:bodyPr/>
        <a:lstStyle/>
        <a:p>
          <a:endParaRPr lang="en-US"/>
        </a:p>
      </dgm:t>
    </dgm:pt>
    <dgm:pt modelId="{C0CAAA01-15F4-4F14-8863-2EE0992F821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Wrap Text (</a:t>
          </a:r>
          <a:r>
            <a:rPr lang="th-TH" dirty="0"/>
            <a:t>ตัดคำ) / </a:t>
          </a:r>
          <a:r>
            <a:rPr lang="en-US" dirty="0"/>
            <a:t>Merge Cells (</a:t>
          </a:r>
          <a:r>
            <a:rPr lang="th-TH" dirty="0"/>
            <a:t>ผสานเซลล์)</a:t>
          </a:r>
        </a:p>
      </dgm:t>
    </dgm:pt>
    <dgm:pt modelId="{859ACCC7-3BD0-4E1C-9967-156CA0E253BE}" type="parTrans" cxnId="{7BDD6B50-8428-45E1-AC59-7A4900F2C882}">
      <dgm:prSet/>
      <dgm:spPr/>
      <dgm:t>
        <a:bodyPr/>
        <a:lstStyle/>
        <a:p>
          <a:endParaRPr lang="en-US"/>
        </a:p>
      </dgm:t>
    </dgm:pt>
    <dgm:pt modelId="{7797C543-5C6F-462F-9176-FD001B7828E3}" type="sibTrans" cxnId="{7BDD6B50-8428-45E1-AC59-7A4900F2C882}">
      <dgm:prSet/>
      <dgm:spPr/>
      <dgm:t>
        <a:bodyPr/>
        <a:lstStyle/>
        <a:p>
          <a:endParaRPr lang="en-US"/>
        </a:p>
      </dgm:t>
    </dgm:pt>
    <dgm:pt modelId="{EADD5328-AF90-4752-8551-7B8A2E10E5D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Protection (</a:t>
          </a:r>
          <a:r>
            <a:rPr lang="th-TH" b="1" dirty="0"/>
            <a:t>การป้องกัน)</a:t>
          </a:r>
          <a:endParaRPr lang="th-TH" dirty="0"/>
        </a:p>
      </dgm:t>
    </dgm:pt>
    <dgm:pt modelId="{AC47ECF5-DB7E-44C4-89D8-0EF1E63761B8}" type="parTrans" cxnId="{832FFEC3-D8A6-4B97-AABD-6AE1531B269D}">
      <dgm:prSet/>
      <dgm:spPr/>
      <dgm:t>
        <a:bodyPr/>
        <a:lstStyle/>
        <a:p>
          <a:endParaRPr lang="en-US"/>
        </a:p>
      </dgm:t>
    </dgm:pt>
    <dgm:pt modelId="{DE1051B0-B5AE-477E-AEF8-D5348291C32C}" type="sibTrans" cxnId="{832FFEC3-D8A6-4B97-AABD-6AE1531B269D}">
      <dgm:prSet/>
      <dgm:spPr/>
      <dgm:t>
        <a:bodyPr/>
        <a:lstStyle/>
        <a:p>
          <a:endParaRPr lang="en-US"/>
        </a:p>
      </dgm:t>
    </dgm:pt>
    <dgm:pt modelId="{49AAEA4A-14E4-460A-8452-21D15E68B60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Locked (</a:t>
          </a:r>
          <a:r>
            <a:rPr lang="th-TH" dirty="0"/>
            <a:t>ล็อกเซลล์)</a:t>
          </a:r>
        </a:p>
      </dgm:t>
    </dgm:pt>
    <dgm:pt modelId="{5500B712-69D7-4B04-8383-FE3D6B20CC12}" type="parTrans" cxnId="{54B61561-3554-4208-B3C1-FC6B812F1D93}">
      <dgm:prSet/>
      <dgm:spPr/>
      <dgm:t>
        <a:bodyPr/>
        <a:lstStyle/>
        <a:p>
          <a:endParaRPr lang="en-US"/>
        </a:p>
      </dgm:t>
    </dgm:pt>
    <dgm:pt modelId="{3D571DED-88BF-4B72-9A11-D59D3B33A6F6}" type="sibTrans" cxnId="{54B61561-3554-4208-B3C1-FC6B812F1D93}">
      <dgm:prSet/>
      <dgm:spPr/>
      <dgm:t>
        <a:bodyPr/>
        <a:lstStyle/>
        <a:p>
          <a:endParaRPr lang="en-US"/>
        </a:p>
      </dgm:t>
    </dgm:pt>
    <dgm:pt modelId="{D55B896A-55AD-41BF-900A-B45CF1FFF24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Hidden (</a:t>
          </a:r>
          <a:r>
            <a:rPr lang="th-TH" dirty="0"/>
            <a:t>ซ่อนสูตร)</a:t>
          </a:r>
        </a:p>
      </dgm:t>
    </dgm:pt>
    <dgm:pt modelId="{CDCA0C28-B054-4606-8B0B-9BD1875DDBC5}" type="parTrans" cxnId="{D32B7C86-BD2E-4935-8EF7-F57EF1DFDC83}">
      <dgm:prSet/>
      <dgm:spPr/>
      <dgm:t>
        <a:bodyPr/>
        <a:lstStyle/>
        <a:p>
          <a:endParaRPr lang="en-US"/>
        </a:p>
      </dgm:t>
    </dgm:pt>
    <dgm:pt modelId="{77D49FF0-6DF7-4535-BBF5-75350193BF71}" type="sibTrans" cxnId="{D32B7C86-BD2E-4935-8EF7-F57EF1DFDC83}">
      <dgm:prSet/>
      <dgm:spPr/>
      <dgm:t>
        <a:bodyPr/>
        <a:lstStyle/>
        <a:p>
          <a:endParaRPr lang="en-US"/>
        </a:p>
      </dgm:t>
    </dgm:pt>
    <dgm:pt modelId="{0E0EDDA7-4711-4D1A-9003-C314D71A458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Validation (</a:t>
          </a:r>
          <a:r>
            <a:rPr lang="th-TH" b="1" dirty="0"/>
            <a:t>กฎข้อมูล)</a:t>
          </a:r>
          <a:endParaRPr lang="th-TH" dirty="0"/>
        </a:p>
      </dgm:t>
    </dgm:pt>
    <dgm:pt modelId="{890E6D82-9B6D-4AD3-8F35-938051D1D422}" type="parTrans" cxnId="{B71DD7A0-A972-4896-B944-ABEACFDA07B6}">
      <dgm:prSet/>
      <dgm:spPr/>
      <dgm:t>
        <a:bodyPr/>
        <a:lstStyle/>
        <a:p>
          <a:endParaRPr lang="en-US"/>
        </a:p>
      </dgm:t>
    </dgm:pt>
    <dgm:pt modelId="{4FD43246-F1A3-4874-B4DF-6AF581308BE9}" type="sibTrans" cxnId="{B71DD7A0-A972-4896-B944-ABEACFDA07B6}">
      <dgm:prSet/>
      <dgm:spPr/>
      <dgm:t>
        <a:bodyPr/>
        <a:lstStyle/>
        <a:p>
          <a:endParaRPr lang="en-US"/>
        </a:p>
      </dgm:t>
    </dgm:pt>
    <dgm:pt modelId="{D639139D-0EEF-4547-A599-DC6F8129370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Data Validation (</a:t>
          </a:r>
          <a:r>
            <a:rPr lang="th-TH" dirty="0"/>
            <a:t>จำกัดสิ่งที่กรอกได้)</a:t>
          </a:r>
        </a:p>
      </dgm:t>
    </dgm:pt>
    <dgm:pt modelId="{04D649FB-F11F-4E0F-8FED-40D1B06C6885}" type="parTrans" cxnId="{F4984A81-EE04-4A01-811D-150EFD3786EE}">
      <dgm:prSet/>
      <dgm:spPr/>
      <dgm:t>
        <a:bodyPr/>
        <a:lstStyle/>
        <a:p>
          <a:endParaRPr lang="en-US"/>
        </a:p>
      </dgm:t>
    </dgm:pt>
    <dgm:pt modelId="{D30FFB72-06CA-4F15-915A-A495A323C861}" type="sibTrans" cxnId="{F4984A81-EE04-4A01-811D-150EFD3786EE}">
      <dgm:prSet/>
      <dgm:spPr/>
      <dgm:t>
        <a:bodyPr/>
        <a:lstStyle/>
        <a:p>
          <a:endParaRPr lang="en-US"/>
        </a:p>
      </dgm:t>
    </dgm:pt>
    <dgm:pt modelId="{86DD0FCE-1D23-458E-9EB8-7FE633885FD2}" type="pres">
      <dgm:prSet presAssocID="{E793BC2A-E431-497D-A171-7D2DE3BB7BB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1E86044-25DD-41DC-B382-4D53A9AF89FA}" type="pres">
      <dgm:prSet presAssocID="{068DE54F-6634-44FD-894B-30CADD448743}" presName="hierRoot1" presStyleCnt="0">
        <dgm:presLayoutVars>
          <dgm:hierBranch val="init"/>
        </dgm:presLayoutVars>
      </dgm:prSet>
      <dgm:spPr/>
    </dgm:pt>
    <dgm:pt modelId="{2AD3BC7B-14C1-43E6-B4C7-4BB4B0BEDBB0}" type="pres">
      <dgm:prSet presAssocID="{068DE54F-6634-44FD-894B-30CADD448743}" presName="rootComposite1" presStyleCnt="0"/>
      <dgm:spPr/>
    </dgm:pt>
    <dgm:pt modelId="{881BB4FE-A7A5-43C7-9808-2268A6AF745E}" type="pres">
      <dgm:prSet presAssocID="{068DE54F-6634-44FD-894B-30CADD448743}" presName="rootText1" presStyleLbl="node0" presStyleIdx="0" presStyleCnt="1">
        <dgm:presLayoutVars>
          <dgm:chPref val="3"/>
        </dgm:presLayoutVars>
      </dgm:prSet>
      <dgm:spPr/>
    </dgm:pt>
    <dgm:pt modelId="{F71C4B90-811B-449C-B489-BD1F1894C9A7}" type="pres">
      <dgm:prSet presAssocID="{068DE54F-6634-44FD-894B-30CADD448743}" presName="rootConnector1" presStyleLbl="node1" presStyleIdx="0" presStyleCnt="0"/>
      <dgm:spPr/>
    </dgm:pt>
    <dgm:pt modelId="{697E8820-377A-4E2A-9628-6CD12E12B48E}" type="pres">
      <dgm:prSet presAssocID="{068DE54F-6634-44FD-894B-30CADD448743}" presName="hierChild2" presStyleCnt="0"/>
      <dgm:spPr/>
    </dgm:pt>
    <dgm:pt modelId="{16CF01DA-884A-412F-B9F1-4A32E067EC13}" type="pres">
      <dgm:prSet presAssocID="{4E262989-DFE3-46E5-99E9-AF662516B9DD}" presName="Name64" presStyleLbl="parChTrans1D2" presStyleIdx="0" presStyleCnt="4"/>
      <dgm:spPr/>
    </dgm:pt>
    <dgm:pt modelId="{1FD6C420-8D07-455C-908A-314D593B31F0}" type="pres">
      <dgm:prSet presAssocID="{DE4C82C1-2F82-4EA3-896D-998B143F3B89}" presName="hierRoot2" presStyleCnt="0">
        <dgm:presLayoutVars>
          <dgm:hierBranch val="init"/>
        </dgm:presLayoutVars>
      </dgm:prSet>
      <dgm:spPr/>
    </dgm:pt>
    <dgm:pt modelId="{6E72141F-ABA7-416C-9F96-0313C2F145CB}" type="pres">
      <dgm:prSet presAssocID="{DE4C82C1-2F82-4EA3-896D-998B143F3B89}" presName="rootComposite" presStyleCnt="0"/>
      <dgm:spPr/>
    </dgm:pt>
    <dgm:pt modelId="{BEC91B41-9605-4DE9-A605-551D2FBB4A79}" type="pres">
      <dgm:prSet presAssocID="{DE4C82C1-2F82-4EA3-896D-998B143F3B89}" presName="rootText" presStyleLbl="node2" presStyleIdx="0" presStyleCnt="4">
        <dgm:presLayoutVars>
          <dgm:chPref val="3"/>
        </dgm:presLayoutVars>
      </dgm:prSet>
      <dgm:spPr/>
    </dgm:pt>
    <dgm:pt modelId="{8E056BF7-5876-40A4-ADB4-9A027D7AC1EA}" type="pres">
      <dgm:prSet presAssocID="{DE4C82C1-2F82-4EA3-896D-998B143F3B89}" presName="rootConnector" presStyleLbl="node2" presStyleIdx="0" presStyleCnt="4"/>
      <dgm:spPr/>
    </dgm:pt>
    <dgm:pt modelId="{7BB33BBD-584B-4F5A-8F5C-EBD2737993F7}" type="pres">
      <dgm:prSet presAssocID="{DE4C82C1-2F82-4EA3-896D-998B143F3B89}" presName="hierChild4" presStyleCnt="0"/>
      <dgm:spPr/>
    </dgm:pt>
    <dgm:pt modelId="{D60F335D-2779-4B25-BEB3-F07F0BF9558C}" type="pres">
      <dgm:prSet presAssocID="{AF60C65F-925F-499A-9E57-42C54BA88531}" presName="Name64" presStyleLbl="parChTrans1D3" presStyleIdx="0" presStyleCnt="8"/>
      <dgm:spPr/>
    </dgm:pt>
    <dgm:pt modelId="{F845B6E3-FDBC-4469-8287-093C132A57D3}" type="pres">
      <dgm:prSet presAssocID="{6FAD1285-BC7F-43DC-9F07-95BFD16C211F}" presName="hierRoot2" presStyleCnt="0">
        <dgm:presLayoutVars>
          <dgm:hierBranch val="init"/>
        </dgm:presLayoutVars>
      </dgm:prSet>
      <dgm:spPr/>
    </dgm:pt>
    <dgm:pt modelId="{46EEE168-E9EA-4687-A83C-20E3BB332246}" type="pres">
      <dgm:prSet presAssocID="{6FAD1285-BC7F-43DC-9F07-95BFD16C211F}" presName="rootComposite" presStyleCnt="0"/>
      <dgm:spPr/>
    </dgm:pt>
    <dgm:pt modelId="{469A0017-FD1A-41F1-B4DE-7916774F56D7}" type="pres">
      <dgm:prSet presAssocID="{6FAD1285-BC7F-43DC-9F07-95BFD16C211F}" presName="rootText" presStyleLbl="node3" presStyleIdx="0" presStyleCnt="8">
        <dgm:presLayoutVars>
          <dgm:chPref val="3"/>
        </dgm:presLayoutVars>
      </dgm:prSet>
      <dgm:spPr/>
    </dgm:pt>
    <dgm:pt modelId="{B1BA671E-CD78-449D-98C0-A3B16ED13F5E}" type="pres">
      <dgm:prSet presAssocID="{6FAD1285-BC7F-43DC-9F07-95BFD16C211F}" presName="rootConnector" presStyleLbl="node3" presStyleIdx="0" presStyleCnt="8"/>
      <dgm:spPr/>
    </dgm:pt>
    <dgm:pt modelId="{7F144FD7-DB3A-4FA1-859A-7CC1FDD6E822}" type="pres">
      <dgm:prSet presAssocID="{6FAD1285-BC7F-43DC-9F07-95BFD16C211F}" presName="hierChild4" presStyleCnt="0"/>
      <dgm:spPr/>
    </dgm:pt>
    <dgm:pt modelId="{758B9ADC-1B0D-449B-BF8B-051C19C3610E}" type="pres">
      <dgm:prSet presAssocID="{6FAD1285-BC7F-43DC-9F07-95BFD16C211F}" presName="hierChild5" presStyleCnt="0"/>
      <dgm:spPr/>
    </dgm:pt>
    <dgm:pt modelId="{EF023001-B421-40A5-906D-7C431DBD1FF2}" type="pres">
      <dgm:prSet presAssocID="{EE144568-4F98-4351-83AD-3B8BA6184435}" presName="Name64" presStyleLbl="parChTrans1D3" presStyleIdx="1" presStyleCnt="8"/>
      <dgm:spPr/>
    </dgm:pt>
    <dgm:pt modelId="{B14B9F35-0A88-42BC-B851-86D0A37273CC}" type="pres">
      <dgm:prSet presAssocID="{FC111207-8298-441E-8493-4AB8099C7F0D}" presName="hierRoot2" presStyleCnt="0">
        <dgm:presLayoutVars>
          <dgm:hierBranch val="init"/>
        </dgm:presLayoutVars>
      </dgm:prSet>
      <dgm:spPr/>
    </dgm:pt>
    <dgm:pt modelId="{2146F038-4C93-46E2-A844-37D407A2E222}" type="pres">
      <dgm:prSet presAssocID="{FC111207-8298-441E-8493-4AB8099C7F0D}" presName="rootComposite" presStyleCnt="0"/>
      <dgm:spPr/>
    </dgm:pt>
    <dgm:pt modelId="{216ABF51-B71B-45FB-BD81-254485135330}" type="pres">
      <dgm:prSet presAssocID="{FC111207-8298-441E-8493-4AB8099C7F0D}" presName="rootText" presStyleLbl="node3" presStyleIdx="1" presStyleCnt="8">
        <dgm:presLayoutVars>
          <dgm:chPref val="3"/>
        </dgm:presLayoutVars>
      </dgm:prSet>
      <dgm:spPr/>
    </dgm:pt>
    <dgm:pt modelId="{A3D33FDA-E9DB-4E14-A1BE-91D313D7667C}" type="pres">
      <dgm:prSet presAssocID="{FC111207-8298-441E-8493-4AB8099C7F0D}" presName="rootConnector" presStyleLbl="node3" presStyleIdx="1" presStyleCnt="8"/>
      <dgm:spPr/>
    </dgm:pt>
    <dgm:pt modelId="{1A75AE57-3960-47A1-AAF4-7F2070FCDD39}" type="pres">
      <dgm:prSet presAssocID="{FC111207-8298-441E-8493-4AB8099C7F0D}" presName="hierChild4" presStyleCnt="0"/>
      <dgm:spPr/>
    </dgm:pt>
    <dgm:pt modelId="{58AF709E-7CA5-4C2D-BD19-2EE735EAEAE0}" type="pres">
      <dgm:prSet presAssocID="{FC111207-8298-441E-8493-4AB8099C7F0D}" presName="hierChild5" presStyleCnt="0"/>
      <dgm:spPr/>
    </dgm:pt>
    <dgm:pt modelId="{728F5F73-DD24-4841-9FAE-94F9682CAB14}" type="pres">
      <dgm:prSet presAssocID="{6BF993C3-1DF7-44A6-8B60-A50E1EF46E60}" presName="Name64" presStyleLbl="parChTrans1D3" presStyleIdx="2" presStyleCnt="8"/>
      <dgm:spPr/>
    </dgm:pt>
    <dgm:pt modelId="{7724C5D8-3EE7-43F9-8AE6-E3CA5E5CFD75}" type="pres">
      <dgm:prSet presAssocID="{405F1D1B-70F4-4C0E-A010-74F8CA3724E1}" presName="hierRoot2" presStyleCnt="0">
        <dgm:presLayoutVars>
          <dgm:hierBranch val="init"/>
        </dgm:presLayoutVars>
      </dgm:prSet>
      <dgm:spPr/>
    </dgm:pt>
    <dgm:pt modelId="{289D273C-982C-45F1-960A-92002A4DF3BE}" type="pres">
      <dgm:prSet presAssocID="{405F1D1B-70F4-4C0E-A010-74F8CA3724E1}" presName="rootComposite" presStyleCnt="0"/>
      <dgm:spPr/>
    </dgm:pt>
    <dgm:pt modelId="{B1796E9C-C4B0-4FBB-B49F-F2DEC3C323C5}" type="pres">
      <dgm:prSet presAssocID="{405F1D1B-70F4-4C0E-A010-74F8CA3724E1}" presName="rootText" presStyleLbl="node3" presStyleIdx="2" presStyleCnt="8">
        <dgm:presLayoutVars>
          <dgm:chPref val="3"/>
        </dgm:presLayoutVars>
      </dgm:prSet>
      <dgm:spPr/>
    </dgm:pt>
    <dgm:pt modelId="{442A1C07-5333-4195-A68C-DB270C9D9EC1}" type="pres">
      <dgm:prSet presAssocID="{405F1D1B-70F4-4C0E-A010-74F8CA3724E1}" presName="rootConnector" presStyleLbl="node3" presStyleIdx="2" presStyleCnt="8"/>
      <dgm:spPr/>
    </dgm:pt>
    <dgm:pt modelId="{EAE06476-D9C1-46DB-BAA8-93C845059183}" type="pres">
      <dgm:prSet presAssocID="{405F1D1B-70F4-4C0E-A010-74F8CA3724E1}" presName="hierChild4" presStyleCnt="0"/>
      <dgm:spPr/>
    </dgm:pt>
    <dgm:pt modelId="{278644EE-E5DB-45EC-8A21-21B101AE2059}" type="pres">
      <dgm:prSet presAssocID="{405F1D1B-70F4-4C0E-A010-74F8CA3724E1}" presName="hierChild5" presStyleCnt="0"/>
      <dgm:spPr/>
    </dgm:pt>
    <dgm:pt modelId="{78F6A2F2-E9B0-4D60-BDA8-F9C1A7005271}" type="pres">
      <dgm:prSet presAssocID="{DE4C82C1-2F82-4EA3-896D-998B143F3B89}" presName="hierChild5" presStyleCnt="0"/>
      <dgm:spPr/>
    </dgm:pt>
    <dgm:pt modelId="{0328ED69-DAB8-487F-80AE-B9B0BC9CEF10}" type="pres">
      <dgm:prSet presAssocID="{7E1E79CD-367A-4B48-937A-9DB88AB162DE}" presName="Name64" presStyleLbl="parChTrans1D2" presStyleIdx="1" presStyleCnt="4"/>
      <dgm:spPr/>
    </dgm:pt>
    <dgm:pt modelId="{715A6A5A-6E4A-4E7C-B7B8-8AD9D2C71E76}" type="pres">
      <dgm:prSet presAssocID="{EA17A8EB-09D7-49EC-8DD1-BE4F30DF7746}" presName="hierRoot2" presStyleCnt="0">
        <dgm:presLayoutVars>
          <dgm:hierBranch val="init"/>
        </dgm:presLayoutVars>
      </dgm:prSet>
      <dgm:spPr/>
    </dgm:pt>
    <dgm:pt modelId="{4C07212A-F5B2-4102-86FF-DEBBA4DF3B2A}" type="pres">
      <dgm:prSet presAssocID="{EA17A8EB-09D7-49EC-8DD1-BE4F30DF7746}" presName="rootComposite" presStyleCnt="0"/>
      <dgm:spPr/>
    </dgm:pt>
    <dgm:pt modelId="{837F4FB9-6520-4149-A5A1-5B6CB62DF2E9}" type="pres">
      <dgm:prSet presAssocID="{EA17A8EB-09D7-49EC-8DD1-BE4F30DF7746}" presName="rootText" presStyleLbl="node2" presStyleIdx="1" presStyleCnt="4">
        <dgm:presLayoutVars>
          <dgm:chPref val="3"/>
        </dgm:presLayoutVars>
      </dgm:prSet>
      <dgm:spPr/>
    </dgm:pt>
    <dgm:pt modelId="{4DD26B7B-F9EF-4301-9D32-B7C36EB8EC73}" type="pres">
      <dgm:prSet presAssocID="{EA17A8EB-09D7-49EC-8DD1-BE4F30DF7746}" presName="rootConnector" presStyleLbl="node2" presStyleIdx="1" presStyleCnt="4"/>
      <dgm:spPr/>
    </dgm:pt>
    <dgm:pt modelId="{52D5DFFF-9CC0-44B7-B4F5-873A334CC607}" type="pres">
      <dgm:prSet presAssocID="{EA17A8EB-09D7-49EC-8DD1-BE4F30DF7746}" presName="hierChild4" presStyleCnt="0"/>
      <dgm:spPr/>
    </dgm:pt>
    <dgm:pt modelId="{83C91283-249C-4CD5-9E62-BCAD9229AD91}" type="pres">
      <dgm:prSet presAssocID="{E7B19A5F-195F-40D2-B159-BBD2C26D7832}" presName="Name64" presStyleLbl="parChTrans1D3" presStyleIdx="3" presStyleCnt="8"/>
      <dgm:spPr/>
    </dgm:pt>
    <dgm:pt modelId="{03EC0DE8-B0CA-4B57-8D28-FE22E03EF7B8}" type="pres">
      <dgm:prSet presAssocID="{53895ABA-85AA-428D-9213-83F4DD3481DD}" presName="hierRoot2" presStyleCnt="0">
        <dgm:presLayoutVars>
          <dgm:hierBranch val="init"/>
        </dgm:presLayoutVars>
      </dgm:prSet>
      <dgm:spPr/>
    </dgm:pt>
    <dgm:pt modelId="{687C4B5A-EE75-42A7-9E6A-E0FCB99E08FA}" type="pres">
      <dgm:prSet presAssocID="{53895ABA-85AA-428D-9213-83F4DD3481DD}" presName="rootComposite" presStyleCnt="0"/>
      <dgm:spPr/>
    </dgm:pt>
    <dgm:pt modelId="{65533A07-6BB0-4CDA-A402-B3384CFA2FE2}" type="pres">
      <dgm:prSet presAssocID="{53895ABA-85AA-428D-9213-83F4DD3481DD}" presName="rootText" presStyleLbl="node3" presStyleIdx="3" presStyleCnt="8">
        <dgm:presLayoutVars>
          <dgm:chPref val="3"/>
        </dgm:presLayoutVars>
      </dgm:prSet>
      <dgm:spPr/>
    </dgm:pt>
    <dgm:pt modelId="{F566FAD2-3BC3-4C04-9FC3-05C143CA9D37}" type="pres">
      <dgm:prSet presAssocID="{53895ABA-85AA-428D-9213-83F4DD3481DD}" presName="rootConnector" presStyleLbl="node3" presStyleIdx="3" presStyleCnt="8"/>
      <dgm:spPr/>
    </dgm:pt>
    <dgm:pt modelId="{F656CCBF-80D7-47F1-A9E1-6089415D2871}" type="pres">
      <dgm:prSet presAssocID="{53895ABA-85AA-428D-9213-83F4DD3481DD}" presName="hierChild4" presStyleCnt="0"/>
      <dgm:spPr/>
    </dgm:pt>
    <dgm:pt modelId="{4A8D16B2-561A-44C1-8CF1-4D64A19F38C5}" type="pres">
      <dgm:prSet presAssocID="{53895ABA-85AA-428D-9213-83F4DD3481DD}" presName="hierChild5" presStyleCnt="0"/>
      <dgm:spPr/>
    </dgm:pt>
    <dgm:pt modelId="{A1279B96-6A8B-4943-9938-51A26F330219}" type="pres">
      <dgm:prSet presAssocID="{859ACCC7-3BD0-4E1C-9967-156CA0E253BE}" presName="Name64" presStyleLbl="parChTrans1D3" presStyleIdx="4" presStyleCnt="8"/>
      <dgm:spPr/>
    </dgm:pt>
    <dgm:pt modelId="{C33032C1-9BAA-41B2-B22B-E2E2C7991426}" type="pres">
      <dgm:prSet presAssocID="{C0CAAA01-15F4-4F14-8863-2EE0992F821C}" presName="hierRoot2" presStyleCnt="0">
        <dgm:presLayoutVars>
          <dgm:hierBranch val="init"/>
        </dgm:presLayoutVars>
      </dgm:prSet>
      <dgm:spPr/>
    </dgm:pt>
    <dgm:pt modelId="{A2A134BF-4B74-49F3-B623-3F6D2A99995D}" type="pres">
      <dgm:prSet presAssocID="{C0CAAA01-15F4-4F14-8863-2EE0992F821C}" presName="rootComposite" presStyleCnt="0"/>
      <dgm:spPr/>
    </dgm:pt>
    <dgm:pt modelId="{D55B1F1F-C461-4C8B-88F6-BFBD15EDF151}" type="pres">
      <dgm:prSet presAssocID="{C0CAAA01-15F4-4F14-8863-2EE0992F821C}" presName="rootText" presStyleLbl="node3" presStyleIdx="4" presStyleCnt="8">
        <dgm:presLayoutVars>
          <dgm:chPref val="3"/>
        </dgm:presLayoutVars>
      </dgm:prSet>
      <dgm:spPr/>
    </dgm:pt>
    <dgm:pt modelId="{4C3BF43D-30ED-4F37-B8B8-4E9A95FD12C3}" type="pres">
      <dgm:prSet presAssocID="{C0CAAA01-15F4-4F14-8863-2EE0992F821C}" presName="rootConnector" presStyleLbl="node3" presStyleIdx="4" presStyleCnt="8"/>
      <dgm:spPr/>
    </dgm:pt>
    <dgm:pt modelId="{E6BE4A86-759E-4854-9B17-D84291EAC5E3}" type="pres">
      <dgm:prSet presAssocID="{C0CAAA01-15F4-4F14-8863-2EE0992F821C}" presName="hierChild4" presStyleCnt="0"/>
      <dgm:spPr/>
    </dgm:pt>
    <dgm:pt modelId="{60588F50-7D4D-4E78-A7F6-C7705C2B2962}" type="pres">
      <dgm:prSet presAssocID="{C0CAAA01-15F4-4F14-8863-2EE0992F821C}" presName="hierChild5" presStyleCnt="0"/>
      <dgm:spPr/>
    </dgm:pt>
    <dgm:pt modelId="{7051787C-946A-4113-8FF6-3CC2397A409C}" type="pres">
      <dgm:prSet presAssocID="{EA17A8EB-09D7-49EC-8DD1-BE4F30DF7746}" presName="hierChild5" presStyleCnt="0"/>
      <dgm:spPr/>
    </dgm:pt>
    <dgm:pt modelId="{B0667975-114D-4676-8D65-B7A77D7F73FD}" type="pres">
      <dgm:prSet presAssocID="{AC47ECF5-DB7E-44C4-89D8-0EF1E63761B8}" presName="Name64" presStyleLbl="parChTrans1D2" presStyleIdx="2" presStyleCnt="4"/>
      <dgm:spPr/>
    </dgm:pt>
    <dgm:pt modelId="{67C848DF-DB00-4065-9AAC-E3052CB99F1C}" type="pres">
      <dgm:prSet presAssocID="{EADD5328-AF90-4752-8551-7B8A2E10E5D0}" presName="hierRoot2" presStyleCnt="0">
        <dgm:presLayoutVars>
          <dgm:hierBranch val="init"/>
        </dgm:presLayoutVars>
      </dgm:prSet>
      <dgm:spPr/>
    </dgm:pt>
    <dgm:pt modelId="{1FB38583-EE9D-48F5-852A-5F040518D9AB}" type="pres">
      <dgm:prSet presAssocID="{EADD5328-AF90-4752-8551-7B8A2E10E5D0}" presName="rootComposite" presStyleCnt="0"/>
      <dgm:spPr/>
    </dgm:pt>
    <dgm:pt modelId="{4B18A16B-4724-49FE-A22C-6F98E8DAC578}" type="pres">
      <dgm:prSet presAssocID="{EADD5328-AF90-4752-8551-7B8A2E10E5D0}" presName="rootText" presStyleLbl="node2" presStyleIdx="2" presStyleCnt="4">
        <dgm:presLayoutVars>
          <dgm:chPref val="3"/>
        </dgm:presLayoutVars>
      </dgm:prSet>
      <dgm:spPr/>
    </dgm:pt>
    <dgm:pt modelId="{CC74BF52-DFC4-47CC-B588-BD4719342AC5}" type="pres">
      <dgm:prSet presAssocID="{EADD5328-AF90-4752-8551-7B8A2E10E5D0}" presName="rootConnector" presStyleLbl="node2" presStyleIdx="2" presStyleCnt="4"/>
      <dgm:spPr/>
    </dgm:pt>
    <dgm:pt modelId="{CFEAE94A-D2FC-4AFF-94C1-74F08C8FD87C}" type="pres">
      <dgm:prSet presAssocID="{EADD5328-AF90-4752-8551-7B8A2E10E5D0}" presName="hierChild4" presStyleCnt="0"/>
      <dgm:spPr/>
    </dgm:pt>
    <dgm:pt modelId="{1CF72BAB-989B-4099-9D4F-2F8521C6DC77}" type="pres">
      <dgm:prSet presAssocID="{5500B712-69D7-4B04-8383-FE3D6B20CC12}" presName="Name64" presStyleLbl="parChTrans1D3" presStyleIdx="5" presStyleCnt="8"/>
      <dgm:spPr/>
    </dgm:pt>
    <dgm:pt modelId="{ECB01EF2-4141-4853-A07C-236FEB3A4878}" type="pres">
      <dgm:prSet presAssocID="{49AAEA4A-14E4-460A-8452-21D15E68B605}" presName="hierRoot2" presStyleCnt="0">
        <dgm:presLayoutVars>
          <dgm:hierBranch val="init"/>
        </dgm:presLayoutVars>
      </dgm:prSet>
      <dgm:spPr/>
    </dgm:pt>
    <dgm:pt modelId="{E4A5CE2E-4F13-40AE-90E0-ABC6DFE68FED}" type="pres">
      <dgm:prSet presAssocID="{49AAEA4A-14E4-460A-8452-21D15E68B605}" presName="rootComposite" presStyleCnt="0"/>
      <dgm:spPr/>
    </dgm:pt>
    <dgm:pt modelId="{3BCB1D5F-8CE0-48AA-9518-106C74440184}" type="pres">
      <dgm:prSet presAssocID="{49AAEA4A-14E4-460A-8452-21D15E68B605}" presName="rootText" presStyleLbl="node3" presStyleIdx="5" presStyleCnt="8">
        <dgm:presLayoutVars>
          <dgm:chPref val="3"/>
        </dgm:presLayoutVars>
      </dgm:prSet>
      <dgm:spPr/>
    </dgm:pt>
    <dgm:pt modelId="{0718EECD-0CC1-4E2D-AACE-12A193C2F13E}" type="pres">
      <dgm:prSet presAssocID="{49AAEA4A-14E4-460A-8452-21D15E68B605}" presName="rootConnector" presStyleLbl="node3" presStyleIdx="5" presStyleCnt="8"/>
      <dgm:spPr/>
    </dgm:pt>
    <dgm:pt modelId="{140ED49B-5250-447C-AAAC-BC76E383FB2C}" type="pres">
      <dgm:prSet presAssocID="{49AAEA4A-14E4-460A-8452-21D15E68B605}" presName="hierChild4" presStyleCnt="0"/>
      <dgm:spPr/>
    </dgm:pt>
    <dgm:pt modelId="{1C92895A-2592-4919-8BC2-5C1BCC4211E2}" type="pres">
      <dgm:prSet presAssocID="{49AAEA4A-14E4-460A-8452-21D15E68B605}" presName="hierChild5" presStyleCnt="0"/>
      <dgm:spPr/>
    </dgm:pt>
    <dgm:pt modelId="{BDBFCDC7-7176-4F5D-9F7A-331B0D9BCE71}" type="pres">
      <dgm:prSet presAssocID="{CDCA0C28-B054-4606-8B0B-9BD1875DDBC5}" presName="Name64" presStyleLbl="parChTrans1D3" presStyleIdx="6" presStyleCnt="8"/>
      <dgm:spPr/>
    </dgm:pt>
    <dgm:pt modelId="{90E4C678-F64B-49EB-BAF4-2E4487722B0A}" type="pres">
      <dgm:prSet presAssocID="{D55B896A-55AD-41BF-900A-B45CF1FFF24F}" presName="hierRoot2" presStyleCnt="0">
        <dgm:presLayoutVars>
          <dgm:hierBranch val="init"/>
        </dgm:presLayoutVars>
      </dgm:prSet>
      <dgm:spPr/>
    </dgm:pt>
    <dgm:pt modelId="{A2C20346-4E15-47AD-87FD-9EC7C1536C3F}" type="pres">
      <dgm:prSet presAssocID="{D55B896A-55AD-41BF-900A-B45CF1FFF24F}" presName="rootComposite" presStyleCnt="0"/>
      <dgm:spPr/>
    </dgm:pt>
    <dgm:pt modelId="{C8B953B3-CD96-4E02-84D5-C58552E2DF36}" type="pres">
      <dgm:prSet presAssocID="{D55B896A-55AD-41BF-900A-B45CF1FFF24F}" presName="rootText" presStyleLbl="node3" presStyleIdx="6" presStyleCnt="8">
        <dgm:presLayoutVars>
          <dgm:chPref val="3"/>
        </dgm:presLayoutVars>
      </dgm:prSet>
      <dgm:spPr/>
    </dgm:pt>
    <dgm:pt modelId="{8A294A1B-D8CF-495E-B623-1C6710E55536}" type="pres">
      <dgm:prSet presAssocID="{D55B896A-55AD-41BF-900A-B45CF1FFF24F}" presName="rootConnector" presStyleLbl="node3" presStyleIdx="6" presStyleCnt="8"/>
      <dgm:spPr/>
    </dgm:pt>
    <dgm:pt modelId="{88DB3E76-EB9D-4E05-9199-8EDD296E593C}" type="pres">
      <dgm:prSet presAssocID="{D55B896A-55AD-41BF-900A-B45CF1FFF24F}" presName="hierChild4" presStyleCnt="0"/>
      <dgm:spPr/>
    </dgm:pt>
    <dgm:pt modelId="{B050825E-6730-4922-8E0B-0ADF062F27DB}" type="pres">
      <dgm:prSet presAssocID="{D55B896A-55AD-41BF-900A-B45CF1FFF24F}" presName="hierChild5" presStyleCnt="0"/>
      <dgm:spPr/>
    </dgm:pt>
    <dgm:pt modelId="{414C87C6-C86C-4F1E-A9B1-82ED4C07C486}" type="pres">
      <dgm:prSet presAssocID="{EADD5328-AF90-4752-8551-7B8A2E10E5D0}" presName="hierChild5" presStyleCnt="0"/>
      <dgm:spPr/>
    </dgm:pt>
    <dgm:pt modelId="{E5408B13-2ED4-4473-9862-74CDC79A35CB}" type="pres">
      <dgm:prSet presAssocID="{890E6D82-9B6D-4AD3-8F35-938051D1D422}" presName="Name64" presStyleLbl="parChTrans1D2" presStyleIdx="3" presStyleCnt="4"/>
      <dgm:spPr/>
    </dgm:pt>
    <dgm:pt modelId="{E0765ABA-3993-40AE-BAA4-15B04D180699}" type="pres">
      <dgm:prSet presAssocID="{0E0EDDA7-4711-4D1A-9003-C314D71A4588}" presName="hierRoot2" presStyleCnt="0">
        <dgm:presLayoutVars>
          <dgm:hierBranch val="init"/>
        </dgm:presLayoutVars>
      </dgm:prSet>
      <dgm:spPr/>
    </dgm:pt>
    <dgm:pt modelId="{30FE4810-4415-40E5-8D91-7AC915C14F74}" type="pres">
      <dgm:prSet presAssocID="{0E0EDDA7-4711-4D1A-9003-C314D71A4588}" presName="rootComposite" presStyleCnt="0"/>
      <dgm:spPr/>
    </dgm:pt>
    <dgm:pt modelId="{E466191F-5EA6-4138-BCC3-5359B0102B68}" type="pres">
      <dgm:prSet presAssocID="{0E0EDDA7-4711-4D1A-9003-C314D71A4588}" presName="rootText" presStyleLbl="node2" presStyleIdx="3" presStyleCnt="4">
        <dgm:presLayoutVars>
          <dgm:chPref val="3"/>
        </dgm:presLayoutVars>
      </dgm:prSet>
      <dgm:spPr/>
    </dgm:pt>
    <dgm:pt modelId="{F7F152F3-7E0F-4074-A679-18E00064E30B}" type="pres">
      <dgm:prSet presAssocID="{0E0EDDA7-4711-4D1A-9003-C314D71A4588}" presName="rootConnector" presStyleLbl="node2" presStyleIdx="3" presStyleCnt="4"/>
      <dgm:spPr/>
    </dgm:pt>
    <dgm:pt modelId="{07E04CB5-D8AA-4390-8654-40E48389B0D2}" type="pres">
      <dgm:prSet presAssocID="{0E0EDDA7-4711-4D1A-9003-C314D71A4588}" presName="hierChild4" presStyleCnt="0"/>
      <dgm:spPr/>
    </dgm:pt>
    <dgm:pt modelId="{1BB68DD7-E315-48A6-B953-0C9A23F0E66F}" type="pres">
      <dgm:prSet presAssocID="{04D649FB-F11F-4E0F-8FED-40D1B06C6885}" presName="Name64" presStyleLbl="parChTrans1D3" presStyleIdx="7" presStyleCnt="8"/>
      <dgm:spPr/>
    </dgm:pt>
    <dgm:pt modelId="{2FB997C0-A761-4B28-A27C-5908080E5028}" type="pres">
      <dgm:prSet presAssocID="{D639139D-0EEF-4547-A599-DC6F81293707}" presName="hierRoot2" presStyleCnt="0">
        <dgm:presLayoutVars>
          <dgm:hierBranch val="init"/>
        </dgm:presLayoutVars>
      </dgm:prSet>
      <dgm:spPr/>
    </dgm:pt>
    <dgm:pt modelId="{C9B60F4C-AB90-4926-AB6F-5D28BCFBFF69}" type="pres">
      <dgm:prSet presAssocID="{D639139D-0EEF-4547-A599-DC6F81293707}" presName="rootComposite" presStyleCnt="0"/>
      <dgm:spPr/>
    </dgm:pt>
    <dgm:pt modelId="{8D5E1939-E6A1-4F7F-95F3-E6F72A174736}" type="pres">
      <dgm:prSet presAssocID="{D639139D-0EEF-4547-A599-DC6F81293707}" presName="rootText" presStyleLbl="node3" presStyleIdx="7" presStyleCnt="8">
        <dgm:presLayoutVars>
          <dgm:chPref val="3"/>
        </dgm:presLayoutVars>
      </dgm:prSet>
      <dgm:spPr/>
    </dgm:pt>
    <dgm:pt modelId="{5861C605-1423-4859-9671-98B55731CEE2}" type="pres">
      <dgm:prSet presAssocID="{D639139D-0EEF-4547-A599-DC6F81293707}" presName="rootConnector" presStyleLbl="node3" presStyleIdx="7" presStyleCnt="8"/>
      <dgm:spPr/>
    </dgm:pt>
    <dgm:pt modelId="{8EB92672-F694-4F93-BBEA-FE122651BB2E}" type="pres">
      <dgm:prSet presAssocID="{D639139D-0EEF-4547-A599-DC6F81293707}" presName="hierChild4" presStyleCnt="0"/>
      <dgm:spPr/>
    </dgm:pt>
    <dgm:pt modelId="{B027FC31-0B99-45C5-91D4-C00FF6FA29D1}" type="pres">
      <dgm:prSet presAssocID="{D639139D-0EEF-4547-A599-DC6F81293707}" presName="hierChild5" presStyleCnt="0"/>
      <dgm:spPr/>
    </dgm:pt>
    <dgm:pt modelId="{4044FAE7-8E34-493D-AFC0-94EF337D6BD4}" type="pres">
      <dgm:prSet presAssocID="{0E0EDDA7-4711-4D1A-9003-C314D71A4588}" presName="hierChild5" presStyleCnt="0"/>
      <dgm:spPr/>
    </dgm:pt>
    <dgm:pt modelId="{7BB8F53B-C912-4F5C-BB1B-CE9AFB713119}" type="pres">
      <dgm:prSet presAssocID="{068DE54F-6634-44FD-894B-30CADD448743}" presName="hierChild3" presStyleCnt="0"/>
      <dgm:spPr/>
    </dgm:pt>
  </dgm:ptLst>
  <dgm:cxnLst>
    <dgm:cxn modelId="{BE446B0F-9B7B-413C-B13F-2D7010A464FF}" srcId="{EA17A8EB-09D7-49EC-8DD1-BE4F30DF7746}" destId="{53895ABA-85AA-428D-9213-83F4DD3481DD}" srcOrd="0" destOrd="0" parTransId="{E7B19A5F-195F-40D2-B159-BBD2C26D7832}" sibTransId="{EDC2EFAA-919F-4E06-B1E2-F82EAB625469}"/>
    <dgm:cxn modelId="{9A23D310-56C8-4C5D-BF0E-F1C2932E36FA}" type="presOf" srcId="{D55B896A-55AD-41BF-900A-B45CF1FFF24F}" destId="{C8B953B3-CD96-4E02-84D5-C58552E2DF36}" srcOrd="0" destOrd="0" presId="urn:microsoft.com/office/officeart/2009/3/layout/HorizontalOrganizationChart"/>
    <dgm:cxn modelId="{375DD81B-A7E8-4A04-B783-D26CBC0F5FBE}" type="presOf" srcId="{5500B712-69D7-4B04-8383-FE3D6B20CC12}" destId="{1CF72BAB-989B-4099-9D4F-2F8521C6DC77}" srcOrd="0" destOrd="0" presId="urn:microsoft.com/office/officeart/2009/3/layout/HorizontalOrganizationChart"/>
    <dgm:cxn modelId="{15052129-F929-4549-AC76-BDA7207F79AC}" type="presOf" srcId="{AC47ECF5-DB7E-44C4-89D8-0EF1E63761B8}" destId="{B0667975-114D-4676-8D65-B7A77D7F73FD}" srcOrd="0" destOrd="0" presId="urn:microsoft.com/office/officeart/2009/3/layout/HorizontalOrganizationChart"/>
    <dgm:cxn modelId="{6C36F230-E7D9-410F-93F3-93E341214DA5}" type="presOf" srcId="{FC111207-8298-441E-8493-4AB8099C7F0D}" destId="{A3D33FDA-E9DB-4E14-A1BE-91D313D7667C}" srcOrd="1" destOrd="0" presId="urn:microsoft.com/office/officeart/2009/3/layout/HorizontalOrganizationChart"/>
    <dgm:cxn modelId="{109F6B36-9728-4224-A513-325DEC6C01C8}" type="presOf" srcId="{EE144568-4F98-4351-83AD-3B8BA6184435}" destId="{EF023001-B421-40A5-906D-7C431DBD1FF2}" srcOrd="0" destOrd="0" presId="urn:microsoft.com/office/officeart/2009/3/layout/HorizontalOrganizationChart"/>
    <dgm:cxn modelId="{52717D3C-C4A7-4931-85E8-659C03B4E8D4}" type="presOf" srcId="{405F1D1B-70F4-4C0E-A010-74F8CA3724E1}" destId="{B1796E9C-C4B0-4FBB-B49F-F2DEC3C323C5}" srcOrd="0" destOrd="0" presId="urn:microsoft.com/office/officeart/2009/3/layout/HorizontalOrganizationChart"/>
    <dgm:cxn modelId="{0FDD895B-327D-4937-989E-50D245DCC342}" type="presOf" srcId="{EA17A8EB-09D7-49EC-8DD1-BE4F30DF7746}" destId="{837F4FB9-6520-4149-A5A1-5B6CB62DF2E9}" srcOrd="0" destOrd="0" presId="urn:microsoft.com/office/officeart/2009/3/layout/HorizontalOrganizationChart"/>
    <dgm:cxn modelId="{54B61561-3554-4208-B3C1-FC6B812F1D93}" srcId="{EADD5328-AF90-4752-8551-7B8A2E10E5D0}" destId="{49AAEA4A-14E4-460A-8452-21D15E68B605}" srcOrd="0" destOrd="0" parTransId="{5500B712-69D7-4B04-8383-FE3D6B20CC12}" sibTransId="{3D571DED-88BF-4B72-9A11-D59D3B33A6F6}"/>
    <dgm:cxn modelId="{EB4A7464-44E0-435D-BFCC-416CAD254EDD}" type="presOf" srcId="{859ACCC7-3BD0-4E1C-9967-156CA0E253BE}" destId="{A1279B96-6A8B-4943-9938-51A26F330219}" srcOrd="0" destOrd="0" presId="urn:microsoft.com/office/officeart/2009/3/layout/HorizontalOrganizationChart"/>
    <dgm:cxn modelId="{63D00766-EB8F-45A4-A9FB-48DF8EE8685C}" srcId="{E793BC2A-E431-497D-A171-7D2DE3BB7BBF}" destId="{068DE54F-6634-44FD-894B-30CADD448743}" srcOrd="0" destOrd="0" parTransId="{27F3B65E-46CB-46B9-B048-E9444C21256F}" sibTransId="{EA8DFDAB-55C3-4657-82A0-3C3B22ED109B}"/>
    <dgm:cxn modelId="{A53F4A4B-A042-4C8D-B219-F4128E27980F}" type="presOf" srcId="{53895ABA-85AA-428D-9213-83F4DD3481DD}" destId="{65533A07-6BB0-4CDA-A402-B3384CFA2FE2}" srcOrd="0" destOrd="0" presId="urn:microsoft.com/office/officeart/2009/3/layout/HorizontalOrganizationChart"/>
    <dgm:cxn modelId="{0CAC4E6B-BDC6-4752-A45D-77BC09B1EEAB}" srcId="{DE4C82C1-2F82-4EA3-896D-998B143F3B89}" destId="{405F1D1B-70F4-4C0E-A010-74F8CA3724E1}" srcOrd="2" destOrd="0" parTransId="{6BF993C3-1DF7-44A6-8B60-A50E1EF46E60}" sibTransId="{DD5D7046-F443-46E1-8139-05E66AB9AEF6}"/>
    <dgm:cxn modelId="{CF432A6E-22AE-4735-8E1E-52F190B5A3A3}" type="presOf" srcId="{C0CAAA01-15F4-4F14-8863-2EE0992F821C}" destId="{4C3BF43D-30ED-4F37-B8B8-4E9A95FD12C3}" srcOrd="1" destOrd="0" presId="urn:microsoft.com/office/officeart/2009/3/layout/HorizontalOrganizationChart"/>
    <dgm:cxn modelId="{D01C0E70-9A46-42C3-AAAD-B078B162A969}" type="presOf" srcId="{FC111207-8298-441E-8493-4AB8099C7F0D}" destId="{216ABF51-B71B-45FB-BD81-254485135330}" srcOrd="0" destOrd="0" presId="urn:microsoft.com/office/officeart/2009/3/layout/HorizontalOrganizationChart"/>
    <dgm:cxn modelId="{48F63B70-D673-463E-A1F0-B0DF00E0683E}" type="presOf" srcId="{CDCA0C28-B054-4606-8B0B-9BD1875DDBC5}" destId="{BDBFCDC7-7176-4F5D-9F7A-331B0D9BCE71}" srcOrd="0" destOrd="0" presId="urn:microsoft.com/office/officeart/2009/3/layout/HorizontalOrganizationChart"/>
    <dgm:cxn modelId="{7BDD6B50-8428-45E1-AC59-7A4900F2C882}" srcId="{EA17A8EB-09D7-49EC-8DD1-BE4F30DF7746}" destId="{C0CAAA01-15F4-4F14-8863-2EE0992F821C}" srcOrd="1" destOrd="0" parTransId="{859ACCC7-3BD0-4E1C-9967-156CA0E253BE}" sibTransId="{7797C543-5C6F-462F-9176-FD001B7828E3}"/>
    <dgm:cxn modelId="{C3582673-D34A-4A4B-A614-F1396BF8A8EE}" type="presOf" srcId="{6BF993C3-1DF7-44A6-8B60-A50E1EF46E60}" destId="{728F5F73-DD24-4841-9FAE-94F9682CAB14}" srcOrd="0" destOrd="0" presId="urn:microsoft.com/office/officeart/2009/3/layout/HorizontalOrganizationChart"/>
    <dgm:cxn modelId="{C7D39074-062C-40ED-A306-3089CEA1B87E}" type="presOf" srcId="{53895ABA-85AA-428D-9213-83F4DD3481DD}" destId="{F566FAD2-3BC3-4C04-9FC3-05C143CA9D37}" srcOrd="1" destOrd="0" presId="urn:microsoft.com/office/officeart/2009/3/layout/HorizontalOrganizationChart"/>
    <dgm:cxn modelId="{0F1C3B75-1639-4652-A7F0-5ED36EF4F77F}" type="presOf" srcId="{0E0EDDA7-4711-4D1A-9003-C314D71A4588}" destId="{E466191F-5EA6-4138-BCC3-5359B0102B68}" srcOrd="0" destOrd="0" presId="urn:microsoft.com/office/officeart/2009/3/layout/HorizontalOrganizationChart"/>
    <dgm:cxn modelId="{88F1C75A-D8D5-418B-80FB-AE44046A2F8B}" type="presOf" srcId="{EADD5328-AF90-4752-8551-7B8A2E10E5D0}" destId="{4B18A16B-4724-49FE-A22C-6F98E8DAC578}" srcOrd="0" destOrd="0" presId="urn:microsoft.com/office/officeart/2009/3/layout/HorizontalOrganizationChart"/>
    <dgm:cxn modelId="{00E58B80-76FA-4D3D-A0D2-81199025CD3F}" type="presOf" srcId="{C0CAAA01-15F4-4F14-8863-2EE0992F821C}" destId="{D55B1F1F-C461-4C8B-88F6-BFBD15EDF151}" srcOrd="0" destOrd="0" presId="urn:microsoft.com/office/officeart/2009/3/layout/HorizontalOrganizationChart"/>
    <dgm:cxn modelId="{F4984A81-EE04-4A01-811D-150EFD3786EE}" srcId="{0E0EDDA7-4711-4D1A-9003-C314D71A4588}" destId="{D639139D-0EEF-4547-A599-DC6F81293707}" srcOrd="0" destOrd="0" parTransId="{04D649FB-F11F-4E0F-8FED-40D1B06C6885}" sibTransId="{D30FFB72-06CA-4F15-915A-A495A323C861}"/>
    <dgm:cxn modelId="{40A95281-7A8F-4927-9E70-3707CF455D9A}" type="presOf" srcId="{0E0EDDA7-4711-4D1A-9003-C314D71A4588}" destId="{F7F152F3-7E0F-4074-A679-18E00064E30B}" srcOrd="1" destOrd="0" presId="urn:microsoft.com/office/officeart/2009/3/layout/HorizontalOrganizationChart"/>
    <dgm:cxn modelId="{64D67382-1279-4774-8221-938DEA2B8B09}" type="presOf" srcId="{890E6D82-9B6D-4AD3-8F35-938051D1D422}" destId="{E5408B13-2ED4-4473-9862-74CDC79A35CB}" srcOrd="0" destOrd="0" presId="urn:microsoft.com/office/officeart/2009/3/layout/HorizontalOrganizationChart"/>
    <dgm:cxn modelId="{E2A31284-2723-4326-88C7-21A74B36CA6D}" type="presOf" srcId="{7E1E79CD-367A-4B48-937A-9DB88AB162DE}" destId="{0328ED69-DAB8-487F-80AE-B9B0BC9CEF10}" srcOrd="0" destOrd="0" presId="urn:microsoft.com/office/officeart/2009/3/layout/HorizontalOrganizationChart"/>
    <dgm:cxn modelId="{D32B7C86-BD2E-4935-8EF7-F57EF1DFDC83}" srcId="{EADD5328-AF90-4752-8551-7B8A2E10E5D0}" destId="{D55B896A-55AD-41BF-900A-B45CF1FFF24F}" srcOrd="1" destOrd="0" parTransId="{CDCA0C28-B054-4606-8B0B-9BD1875DDBC5}" sibTransId="{77D49FF0-6DF7-4535-BBF5-75350193BF71}"/>
    <dgm:cxn modelId="{3295AD87-BC53-4DD5-B390-83C30BD33082}" type="presOf" srcId="{D55B896A-55AD-41BF-900A-B45CF1FFF24F}" destId="{8A294A1B-D8CF-495E-B623-1C6710E55536}" srcOrd="1" destOrd="0" presId="urn:microsoft.com/office/officeart/2009/3/layout/HorizontalOrganizationChart"/>
    <dgm:cxn modelId="{2622C18E-6B46-4B93-8845-94B63C4BD438}" type="presOf" srcId="{04D649FB-F11F-4E0F-8FED-40D1B06C6885}" destId="{1BB68DD7-E315-48A6-B953-0C9A23F0E66F}" srcOrd="0" destOrd="0" presId="urn:microsoft.com/office/officeart/2009/3/layout/HorizontalOrganizationChart"/>
    <dgm:cxn modelId="{D1DDE097-324D-468A-9315-E0A75BC44F94}" srcId="{068DE54F-6634-44FD-894B-30CADD448743}" destId="{DE4C82C1-2F82-4EA3-896D-998B143F3B89}" srcOrd="0" destOrd="0" parTransId="{4E262989-DFE3-46E5-99E9-AF662516B9DD}" sibTransId="{832A7E65-D1F8-4ECF-9710-126A882DA262}"/>
    <dgm:cxn modelId="{6468409A-60C0-47D0-8868-827FC69476F9}" type="presOf" srcId="{E7B19A5F-195F-40D2-B159-BBD2C26D7832}" destId="{83C91283-249C-4CD5-9E62-BCAD9229AD91}" srcOrd="0" destOrd="0" presId="urn:microsoft.com/office/officeart/2009/3/layout/HorizontalOrganizationChart"/>
    <dgm:cxn modelId="{219C979E-D945-4695-92B5-2DE4C4E53EB8}" type="presOf" srcId="{EADD5328-AF90-4752-8551-7B8A2E10E5D0}" destId="{CC74BF52-DFC4-47CC-B588-BD4719342AC5}" srcOrd="1" destOrd="0" presId="urn:microsoft.com/office/officeart/2009/3/layout/HorizontalOrganizationChart"/>
    <dgm:cxn modelId="{B71DD7A0-A972-4896-B944-ABEACFDA07B6}" srcId="{068DE54F-6634-44FD-894B-30CADD448743}" destId="{0E0EDDA7-4711-4D1A-9003-C314D71A4588}" srcOrd="3" destOrd="0" parTransId="{890E6D82-9B6D-4AD3-8F35-938051D1D422}" sibTransId="{4FD43246-F1A3-4874-B4DF-6AF581308BE9}"/>
    <dgm:cxn modelId="{202759A2-541E-40AB-9008-DB6B18B8FC47}" type="presOf" srcId="{49AAEA4A-14E4-460A-8452-21D15E68B605}" destId="{3BCB1D5F-8CE0-48AA-9518-106C74440184}" srcOrd="0" destOrd="0" presId="urn:microsoft.com/office/officeart/2009/3/layout/HorizontalOrganizationChart"/>
    <dgm:cxn modelId="{3CE95DA5-D1A1-4A82-B548-3506848365D4}" srcId="{DE4C82C1-2F82-4EA3-896D-998B143F3B89}" destId="{6FAD1285-BC7F-43DC-9F07-95BFD16C211F}" srcOrd="0" destOrd="0" parTransId="{AF60C65F-925F-499A-9E57-42C54BA88531}" sibTransId="{7DE5E700-8A0B-4451-AE01-6441E0A0F8BE}"/>
    <dgm:cxn modelId="{532E75A5-1EF6-4D64-9E4B-ADD84C67B09A}" type="presOf" srcId="{EA17A8EB-09D7-49EC-8DD1-BE4F30DF7746}" destId="{4DD26B7B-F9EF-4301-9D32-B7C36EB8EC73}" srcOrd="1" destOrd="0" presId="urn:microsoft.com/office/officeart/2009/3/layout/HorizontalOrganizationChart"/>
    <dgm:cxn modelId="{A6EAA9A5-0E47-4480-81AA-3C55CEEAC1A3}" type="presOf" srcId="{DE4C82C1-2F82-4EA3-896D-998B143F3B89}" destId="{BEC91B41-9605-4DE9-A605-551D2FBB4A79}" srcOrd="0" destOrd="0" presId="urn:microsoft.com/office/officeart/2009/3/layout/HorizontalOrganizationChart"/>
    <dgm:cxn modelId="{35F265A7-D5BB-4683-81D8-B1390EEB4871}" type="presOf" srcId="{068DE54F-6634-44FD-894B-30CADD448743}" destId="{F71C4B90-811B-449C-B489-BD1F1894C9A7}" srcOrd="1" destOrd="0" presId="urn:microsoft.com/office/officeart/2009/3/layout/HorizontalOrganizationChart"/>
    <dgm:cxn modelId="{0024D6A7-A0E9-4FE5-A2B5-93CA6FD6B48D}" type="presOf" srcId="{49AAEA4A-14E4-460A-8452-21D15E68B605}" destId="{0718EECD-0CC1-4E2D-AACE-12A193C2F13E}" srcOrd="1" destOrd="0" presId="urn:microsoft.com/office/officeart/2009/3/layout/HorizontalOrganizationChart"/>
    <dgm:cxn modelId="{DF9E46AD-3E9E-45EB-998E-BA5C10F81C66}" type="presOf" srcId="{6FAD1285-BC7F-43DC-9F07-95BFD16C211F}" destId="{469A0017-FD1A-41F1-B4DE-7916774F56D7}" srcOrd="0" destOrd="0" presId="urn:microsoft.com/office/officeart/2009/3/layout/HorizontalOrganizationChart"/>
    <dgm:cxn modelId="{856BBBAE-B9E0-4E85-B66D-1450D672BDFB}" type="presOf" srcId="{D639139D-0EEF-4547-A599-DC6F81293707}" destId="{8D5E1939-E6A1-4F7F-95F3-E6F72A174736}" srcOrd="0" destOrd="0" presId="urn:microsoft.com/office/officeart/2009/3/layout/HorizontalOrganizationChart"/>
    <dgm:cxn modelId="{EB1D1BB3-C0D2-494D-AFB0-403B184F7243}" type="presOf" srcId="{405F1D1B-70F4-4C0E-A010-74F8CA3724E1}" destId="{442A1C07-5333-4195-A68C-DB270C9D9EC1}" srcOrd="1" destOrd="0" presId="urn:microsoft.com/office/officeart/2009/3/layout/HorizontalOrganizationChart"/>
    <dgm:cxn modelId="{8B7222B5-CDF0-475B-965F-779E478C4BA9}" srcId="{068DE54F-6634-44FD-894B-30CADD448743}" destId="{EA17A8EB-09D7-49EC-8DD1-BE4F30DF7746}" srcOrd="1" destOrd="0" parTransId="{7E1E79CD-367A-4B48-937A-9DB88AB162DE}" sibTransId="{4D0D3372-E796-4544-9C3D-78DA457E2FBD}"/>
    <dgm:cxn modelId="{664902C0-5E0C-4DC8-8246-8BF28830E45F}" type="presOf" srcId="{4E262989-DFE3-46E5-99E9-AF662516B9DD}" destId="{16CF01DA-884A-412F-B9F1-4A32E067EC13}" srcOrd="0" destOrd="0" presId="urn:microsoft.com/office/officeart/2009/3/layout/HorizontalOrganizationChart"/>
    <dgm:cxn modelId="{832FFEC3-D8A6-4B97-AABD-6AE1531B269D}" srcId="{068DE54F-6634-44FD-894B-30CADD448743}" destId="{EADD5328-AF90-4752-8551-7B8A2E10E5D0}" srcOrd="2" destOrd="0" parTransId="{AC47ECF5-DB7E-44C4-89D8-0EF1E63761B8}" sibTransId="{DE1051B0-B5AE-477E-AEF8-D5348291C32C}"/>
    <dgm:cxn modelId="{1DF587CD-955F-4D35-91AC-1D1693B64496}" type="presOf" srcId="{AF60C65F-925F-499A-9E57-42C54BA88531}" destId="{D60F335D-2779-4B25-BEB3-F07F0BF9558C}" srcOrd="0" destOrd="0" presId="urn:microsoft.com/office/officeart/2009/3/layout/HorizontalOrganizationChart"/>
    <dgm:cxn modelId="{FD110CDA-4CF1-4C32-B0E4-004A47C181D7}" type="presOf" srcId="{068DE54F-6634-44FD-894B-30CADD448743}" destId="{881BB4FE-A7A5-43C7-9808-2268A6AF745E}" srcOrd="0" destOrd="0" presId="urn:microsoft.com/office/officeart/2009/3/layout/HorizontalOrganizationChart"/>
    <dgm:cxn modelId="{E3F697DE-E328-47F8-8C99-EFF7D092C972}" type="presOf" srcId="{E793BC2A-E431-497D-A171-7D2DE3BB7BBF}" destId="{86DD0FCE-1D23-458E-9EB8-7FE633885FD2}" srcOrd="0" destOrd="0" presId="urn:microsoft.com/office/officeart/2009/3/layout/HorizontalOrganizationChart"/>
    <dgm:cxn modelId="{7154FAE3-EA80-4FE6-9EED-8ECC69C9C295}" type="presOf" srcId="{6FAD1285-BC7F-43DC-9F07-95BFD16C211F}" destId="{B1BA671E-CD78-449D-98C0-A3B16ED13F5E}" srcOrd="1" destOrd="0" presId="urn:microsoft.com/office/officeart/2009/3/layout/HorizontalOrganizationChart"/>
    <dgm:cxn modelId="{C95C1FF4-36B5-47E8-BECA-1A0A9B8DC1A5}" srcId="{DE4C82C1-2F82-4EA3-896D-998B143F3B89}" destId="{FC111207-8298-441E-8493-4AB8099C7F0D}" srcOrd="1" destOrd="0" parTransId="{EE144568-4F98-4351-83AD-3B8BA6184435}" sibTransId="{9367C0DD-075E-4843-A988-06E47083B912}"/>
    <dgm:cxn modelId="{5AE2F2F7-8E84-494C-929C-61FDD53C6A0C}" type="presOf" srcId="{D639139D-0EEF-4547-A599-DC6F81293707}" destId="{5861C605-1423-4859-9671-98B55731CEE2}" srcOrd="1" destOrd="0" presId="urn:microsoft.com/office/officeart/2009/3/layout/HorizontalOrganizationChart"/>
    <dgm:cxn modelId="{69BD6CF9-9A31-4126-8F77-BB111E10B415}" type="presOf" srcId="{DE4C82C1-2F82-4EA3-896D-998B143F3B89}" destId="{8E056BF7-5876-40A4-ADB4-9A027D7AC1EA}" srcOrd="1" destOrd="0" presId="urn:microsoft.com/office/officeart/2009/3/layout/HorizontalOrganizationChart"/>
    <dgm:cxn modelId="{D446E870-A6EE-439A-BAA0-A2490734188D}" type="presParOf" srcId="{86DD0FCE-1D23-458E-9EB8-7FE633885FD2}" destId="{31E86044-25DD-41DC-B382-4D53A9AF89FA}" srcOrd="0" destOrd="0" presId="urn:microsoft.com/office/officeart/2009/3/layout/HorizontalOrganizationChart"/>
    <dgm:cxn modelId="{5129EB9B-0C5D-481B-8DBE-C4A7D7981925}" type="presParOf" srcId="{31E86044-25DD-41DC-B382-4D53A9AF89FA}" destId="{2AD3BC7B-14C1-43E6-B4C7-4BB4B0BEDBB0}" srcOrd="0" destOrd="0" presId="urn:microsoft.com/office/officeart/2009/3/layout/HorizontalOrganizationChart"/>
    <dgm:cxn modelId="{FD3B6DA7-9420-4808-BA70-21ADFD3C37DF}" type="presParOf" srcId="{2AD3BC7B-14C1-43E6-B4C7-4BB4B0BEDBB0}" destId="{881BB4FE-A7A5-43C7-9808-2268A6AF745E}" srcOrd="0" destOrd="0" presId="urn:microsoft.com/office/officeart/2009/3/layout/HorizontalOrganizationChart"/>
    <dgm:cxn modelId="{4D84F900-6621-40FD-BBF6-2426FC721E34}" type="presParOf" srcId="{2AD3BC7B-14C1-43E6-B4C7-4BB4B0BEDBB0}" destId="{F71C4B90-811B-449C-B489-BD1F1894C9A7}" srcOrd="1" destOrd="0" presId="urn:microsoft.com/office/officeart/2009/3/layout/HorizontalOrganizationChart"/>
    <dgm:cxn modelId="{A79FB7E6-404D-4030-B0E1-C8158679BBF4}" type="presParOf" srcId="{31E86044-25DD-41DC-B382-4D53A9AF89FA}" destId="{697E8820-377A-4E2A-9628-6CD12E12B48E}" srcOrd="1" destOrd="0" presId="urn:microsoft.com/office/officeart/2009/3/layout/HorizontalOrganizationChart"/>
    <dgm:cxn modelId="{17EB49D0-A65B-41A1-8A43-828C34517689}" type="presParOf" srcId="{697E8820-377A-4E2A-9628-6CD12E12B48E}" destId="{16CF01DA-884A-412F-B9F1-4A32E067EC13}" srcOrd="0" destOrd="0" presId="urn:microsoft.com/office/officeart/2009/3/layout/HorizontalOrganizationChart"/>
    <dgm:cxn modelId="{0E3B1570-F666-4EF3-9C77-A292F9EA559E}" type="presParOf" srcId="{697E8820-377A-4E2A-9628-6CD12E12B48E}" destId="{1FD6C420-8D07-455C-908A-314D593B31F0}" srcOrd="1" destOrd="0" presId="urn:microsoft.com/office/officeart/2009/3/layout/HorizontalOrganizationChart"/>
    <dgm:cxn modelId="{6D6583E7-9278-4507-B191-C3FE2DA29B20}" type="presParOf" srcId="{1FD6C420-8D07-455C-908A-314D593B31F0}" destId="{6E72141F-ABA7-416C-9F96-0313C2F145CB}" srcOrd="0" destOrd="0" presId="urn:microsoft.com/office/officeart/2009/3/layout/HorizontalOrganizationChart"/>
    <dgm:cxn modelId="{EEDEA25F-938F-43B9-A492-B8C5C8339608}" type="presParOf" srcId="{6E72141F-ABA7-416C-9F96-0313C2F145CB}" destId="{BEC91B41-9605-4DE9-A605-551D2FBB4A79}" srcOrd="0" destOrd="0" presId="urn:microsoft.com/office/officeart/2009/3/layout/HorizontalOrganizationChart"/>
    <dgm:cxn modelId="{9924897E-F55C-4673-8383-56D95D6E8F0E}" type="presParOf" srcId="{6E72141F-ABA7-416C-9F96-0313C2F145CB}" destId="{8E056BF7-5876-40A4-ADB4-9A027D7AC1EA}" srcOrd="1" destOrd="0" presId="urn:microsoft.com/office/officeart/2009/3/layout/HorizontalOrganizationChart"/>
    <dgm:cxn modelId="{3BE54323-5471-474C-AAF5-C55DC3D47379}" type="presParOf" srcId="{1FD6C420-8D07-455C-908A-314D593B31F0}" destId="{7BB33BBD-584B-4F5A-8F5C-EBD2737993F7}" srcOrd="1" destOrd="0" presId="urn:microsoft.com/office/officeart/2009/3/layout/HorizontalOrganizationChart"/>
    <dgm:cxn modelId="{EF827786-6B5E-48C3-9796-EDD128C1C5DC}" type="presParOf" srcId="{7BB33BBD-584B-4F5A-8F5C-EBD2737993F7}" destId="{D60F335D-2779-4B25-BEB3-F07F0BF9558C}" srcOrd="0" destOrd="0" presId="urn:microsoft.com/office/officeart/2009/3/layout/HorizontalOrganizationChart"/>
    <dgm:cxn modelId="{C1FD7EC1-841B-433E-9780-1B7DD7D1531C}" type="presParOf" srcId="{7BB33BBD-584B-4F5A-8F5C-EBD2737993F7}" destId="{F845B6E3-FDBC-4469-8287-093C132A57D3}" srcOrd="1" destOrd="0" presId="urn:microsoft.com/office/officeart/2009/3/layout/HorizontalOrganizationChart"/>
    <dgm:cxn modelId="{03426370-E1A5-4763-84AA-5C65D3529034}" type="presParOf" srcId="{F845B6E3-FDBC-4469-8287-093C132A57D3}" destId="{46EEE168-E9EA-4687-A83C-20E3BB332246}" srcOrd="0" destOrd="0" presId="urn:microsoft.com/office/officeart/2009/3/layout/HorizontalOrganizationChart"/>
    <dgm:cxn modelId="{79BBD0D3-EBB2-44E7-B191-0D91C3CD1C83}" type="presParOf" srcId="{46EEE168-E9EA-4687-A83C-20E3BB332246}" destId="{469A0017-FD1A-41F1-B4DE-7916774F56D7}" srcOrd="0" destOrd="0" presId="urn:microsoft.com/office/officeart/2009/3/layout/HorizontalOrganizationChart"/>
    <dgm:cxn modelId="{89FDC393-D4A2-45C0-8367-3A270960EE6C}" type="presParOf" srcId="{46EEE168-E9EA-4687-A83C-20E3BB332246}" destId="{B1BA671E-CD78-449D-98C0-A3B16ED13F5E}" srcOrd="1" destOrd="0" presId="urn:microsoft.com/office/officeart/2009/3/layout/HorizontalOrganizationChart"/>
    <dgm:cxn modelId="{B8677B70-7856-43B9-9DAB-FF9763A29808}" type="presParOf" srcId="{F845B6E3-FDBC-4469-8287-093C132A57D3}" destId="{7F144FD7-DB3A-4FA1-859A-7CC1FDD6E822}" srcOrd="1" destOrd="0" presId="urn:microsoft.com/office/officeart/2009/3/layout/HorizontalOrganizationChart"/>
    <dgm:cxn modelId="{42E82938-FA1E-4471-BA42-7AE4532A02F0}" type="presParOf" srcId="{F845B6E3-FDBC-4469-8287-093C132A57D3}" destId="{758B9ADC-1B0D-449B-BF8B-051C19C3610E}" srcOrd="2" destOrd="0" presId="urn:microsoft.com/office/officeart/2009/3/layout/HorizontalOrganizationChart"/>
    <dgm:cxn modelId="{4EC10C2B-CB31-4111-AC10-E093EA3CB0E7}" type="presParOf" srcId="{7BB33BBD-584B-4F5A-8F5C-EBD2737993F7}" destId="{EF023001-B421-40A5-906D-7C431DBD1FF2}" srcOrd="2" destOrd="0" presId="urn:microsoft.com/office/officeart/2009/3/layout/HorizontalOrganizationChart"/>
    <dgm:cxn modelId="{258E2A87-73A3-49E9-A60C-39F1CDD2FC9A}" type="presParOf" srcId="{7BB33BBD-584B-4F5A-8F5C-EBD2737993F7}" destId="{B14B9F35-0A88-42BC-B851-86D0A37273CC}" srcOrd="3" destOrd="0" presId="urn:microsoft.com/office/officeart/2009/3/layout/HorizontalOrganizationChart"/>
    <dgm:cxn modelId="{1179ECF5-C778-4304-B75A-1C25C0A4AB1C}" type="presParOf" srcId="{B14B9F35-0A88-42BC-B851-86D0A37273CC}" destId="{2146F038-4C93-46E2-A844-37D407A2E222}" srcOrd="0" destOrd="0" presId="urn:microsoft.com/office/officeart/2009/3/layout/HorizontalOrganizationChart"/>
    <dgm:cxn modelId="{18885923-C535-4B2E-AFFB-5871AFAE7F5D}" type="presParOf" srcId="{2146F038-4C93-46E2-A844-37D407A2E222}" destId="{216ABF51-B71B-45FB-BD81-254485135330}" srcOrd="0" destOrd="0" presId="urn:microsoft.com/office/officeart/2009/3/layout/HorizontalOrganizationChart"/>
    <dgm:cxn modelId="{56921831-E3A3-4DF6-A1F6-7CD819CCA561}" type="presParOf" srcId="{2146F038-4C93-46E2-A844-37D407A2E222}" destId="{A3D33FDA-E9DB-4E14-A1BE-91D313D7667C}" srcOrd="1" destOrd="0" presId="urn:microsoft.com/office/officeart/2009/3/layout/HorizontalOrganizationChart"/>
    <dgm:cxn modelId="{2B7BA108-33EB-4A80-AEB9-BA97D164AFA1}" type="presParOf" srcId="{B14B9F35-0A88-42BC-B851-86D0A37273CC}" destId="{1A75AE57-3960-47A1-AAF4-7F2070FCDD39}" srcOrd="1" destOrd="0" presId="urn:microsoft.com/office/officeart/2009/3/layout/HorizontalOrganizationChart"/>
    <dgm:cxn modelId="{B67A4688-3399-4800-87B4-55C2FC737ABE}" type="presParOf" srcId="{B14B9F35-0A88-42BC-B851-86D0A37273CC}" destId="{58AF709E-7CA5-4C2D-BD19-2EE735EAEAE0}" srcOrd="2" destOrd="0" presId="urn:microsoft.com/office/officeart/2009/3/layout/HorizontalOrganizationChart"/>
    <dgm:cxn modelId="{AE67FF09-790F-4386-A5F4-3641B72875DD}" type="presParOf" srcId="{7BB33BBD-584B-4F5A-8F5C-EBD2737993F7}" destId="{728F5F73-DD24-4841-9FAE-94F9682CAB14}" srcOrd="4" destOrd="0" presId="urn:microsoft.com/office/officeart/2009/3/layout/HorizontalOrganizationChart"/>
    <dgm:cxn modelId="{85B76E30-57AA-4AC0-893B-978B865E814B}" type="presParOf" srcId="{7BB33BBD-584B-4F5A-8F5C-EBD2737993F7}" destId="{7724C5D8-3EE7-43F9-8AE6-E3CA5E5CFD75}" srcOrd="5" destOrd="0" presId="urn:microsoft.com/office/officeart/2009/3/layout/HorizontalOrganizationChart"/>
    <dgm:cxn modelId="{AF561BFD-2811-407B-A748-C9BE39F4950C}" type="presParOf" srcId="{7724C5D8-3EE7-43F9-8AE6-E3CA5E5CFD75}" destId="{289D273C-982C-45F1-960A-92002A4DF3BE}" srcOrd="0" destOrd="0" presId="urn:microsoft.com/office/officeart/2009/3/layout/HorizontalOrganizationChart"/>
    <dgm:cxn modelId="{4BB2BB22-4272-466C-A938-A5E45B5F25C6}" type="presParOf" srcId="{289D273C-982C-45F1-960A-92002A4DF3BE}" destId="{B1796E9C-C4B0-4FBB-B49F-F2DEC3C323C5}" srcOrd="0" destOrd="0" presId="urn:microsoft.com/office/officeart/2009/3/layout/HorizontalOrganizationChart"/>
    <dgm:cxn modelId="{6A106B2B-C5C6-44E5-B5F8-A3110A51F997}" type="presParOf" srcId="{289D273C-982C-45F1-960A-92002A4DF3BE}" destId="{442A1C07-5333-4195-A68C-DB270C9D9EC1}" srcOrd="1" destOrd="0" presId="urn:microsoft.com/office/officeart/2009/3/layout/HorizontalOrganizationChart"/>
    <dgm:cxn modelId="{A2D29E63-9A33-4214-8D89-CE9823CE3FDB}" type="presParOf" srcId="{7724C5D8-3EE7-43F9-8AE6-E3CA5E5CFD75}" destId="{EAE06476-D9C1-46DB-BAA8-93C845059183}" srcOrd="1" destOrd="0" presId="urn:microsoft.com/office/officeart/2009/3/layout/HorizontalOrganizationChart"/>
    <dgm:cxn modelId="{2E68FC1A-0F28-403A-BBD0-CB36AA55B852}" type="presParOf" srcId="{7724C5D8-3EE7-43F9-8AE6-E3CA5E5CFD75}" destId="{278644EE-E5DB-45EC-8A21-21B101AE2059}" srcOrd="2" destOrd="0" presId="urn:microsoft.com/office/officeart/2009/3/layout/HorizontalOrganizationChart"/>
    <dgm:cxn modelId="{CC051ACF-6E60-417F-8A39-281BBFED238A}" type="presParOf" srcId="{1FD6C420-8D07-455C-908A-314D593B31F0}" destId="{78F6A2F2-E9B0-4D60-BDA8-F9C1A7005271}" srcOrd="2" destOrd="0" presId="urn:microsoft.com/office/officeart/2009/3/layout/HorizontalOrganizationChart"/>
    <dgm:cxn modelId="{64D9870C-2C5F-43B1-88E2-B4FCC0A03D97}" type="presParOf" srcId="{697E8820-377A-4E2A-9628-6CD12E12B48E}" destId="{0328ED69-DAB8-487F-80AE-B9B0BC9CEF10}" srcOrd="2" destOrd="0" presId="urn:microsoft.com/office/officeart/2009/3/layout/HorizontalOrganizationChart"/>
    <dgm:cxn modelId="{3FA24938-FCEF-48D0-9CCD-15CD5313FDC0}" type="presParOf" srcId="{697E8820-377A-4E2A-9628-6CD12E12B48E}" destId="{715A6A5A-6E4A-4E7C-B7B8-8AD9D2C71E76}" srcOrd="3" destOrd="0" presId="urn:microsoft.com/office/officeart/2009/3/layout/HorizontalOrganizationChart"/>
    <dgm:cxn modelId="{429057DF-C2B9-4E97-8CEE-8A2B1F2BA322}" type="presParOf" srcId="{715A6A5A-6E4A-4E7C-B7B8-8AD9D2C71E76}" destId="{4C07212A-F5B2-4102-86FF-DEBBA4DF3B2A}" srcOrd="0" destOrd="0" presId="urn:microsoft.com/office/officeart/2009/3/layout/HorizontalOrganizationChart"/>
    <dgm:cxn modelId="{74EFA15C-7EBA-4357-AE9C-8F67634099BF}" type="presParOf" srcId="{4C07212A-F5B2-4102-86FF-DEBBA4DF3B2A}" destId="{837F4FB9-6520-4149-A5A1-5B6CB62DF2E9}" srcOrd="0" destOrd="0" presId="urn:microsoft.com/office/officeart/2009/3/layout/HorizontalOrganizationChart"/>
    <dgm:cxn modelId="{0ED07CAE-98DD-43AD-8AB8-CCF6E6A9B132}" type="presParOf" srcId="{4C07212A-F5B2-4102-86FF-DEBBA4DF3B2A}" destId="{4DD26B7B-F9EF-4301-9D32-B7C36EB8EC73}" srcOrd="1" destOrd="0" presId="urn:microsoft.com/office/officeart/2009/3/layout/HorizontalOrganizationChart"/>
    <dgm:cxn modelId="{92F7CB40-1243-48BE-BFFD-2CF7F7926D02}" type="presParOf" srcId="{715A6A5A-6E4A-4E7C-B7B8-8AD9D2C71E76}" destId="{52D5DFFF-9CC0-44B7-B4F5-873A334CC607}" srcOrd="1" destOrd="0" presId="urn:microsoft.com/office/officeart/2009/3/layout/HorizontalOrganizationChart"/>
    <dgm:cxn modelId="{43222239-74D0-46C6-ADEB-A68EF25DD2B7}" type="presParOf" srcId="{52D5DFFF-9CC0-44B7-B4F5-873A334CC607}" destId="{83C91283-249C-4CD5-9E62-BCAD9229AD91}" srcOrd="0" destOrd="0" presId="urn:microsoft.com/office/officeart/2009/3/layout/HorizontalOrganizationChart"/>
    <dgm:cxn modelId="{15010DEA-737F-4A18-8016-CD40C771621B}" type="presParOf" srcId="{52D5DFFF-9CC0-44B7-B4F5-873A334CC607}" destId="{03EC0DE8-B0CA-4B57-8D28-FE22E03EF7B8}" srcOrd="1" destOrd="0" presId="urn:microsoft.com/office/officeart/2009/3/layout/HorizontalOrganizationChart"/>
    <dgm:cxn modelId="{B6FF59E5-968C-4888-AA47-96CB4063EBEE}" type="presParOf" srcId="{03EC0DE8-B0CA-4B57-8D28-FE22E03EF7B8}" destId="{687C4B5A-EE75-42A7-9E6A-E0FCB99E08FA}" srcOrd="0" destOrd="0" presId="urn:microsoft.com/office/officeart/2009/3/layout/HorizontalOrganizationChart"/>
    <dgm:cxn modelId="{872C3AE0-9BC4-42AB-AB3E-2C8897DBD895}" type="presParOf" srcId="{687C4B5A-EE75-42A7-9E6A-E0FCB99E08FA}" destId="{65533A07-6BB0-4CDA-A402-B3384CFA2FE2}" srcOrd="0" destOrd="0" presId="urn:microsoft.com/office/officeart/2009/3/layout/HorizontalOrganizationChart"/>
    <dgm:cxn modelId="{795E5EAD-4760-4135-B090-9564FFE245AC}" type="presParOf" srcId="{687C4B5A-EE75-42A7-9E6A-E0FCB99E08FA}" destId="{F566FAD2-3BC3-4C04-9FC3-05C143CA9D37}" srcOrd="1" destOrd="0" presId="urn:microsoft.com/office/officeart/2009/3/layout/HorizontalOrganizationChart"/>
    <dgm:cxn modelId="{4BB47E48-ED45-48F3-892E-22B9CAAE6889}" type="presParOf" srcId="{03EC0DE8-B0CA-4B57-8D28-FE22E03EF7B8}" destId="{F656CCBF-80D7-47F1-A9E1-6089415D2871}" srcOrd="1" destOrd="0" presId="urn:microsoft.com/office/officeart/2009/3/layout/HorizontalOrganizationChart"/>
    <dgm:cxn modelId="{E1BF8EE7-FE23-4265-856A-6AC137F50614}" type="presParOf" srcId="{03EC0DE8-B0CA-4B57-8D28-FE22E03EF7B8}" destId="{4A8D16B2-561A-44C1-8CF1-4D64A19F38C5}" srcOrd="2" destOrd="0" presId="urn:microsoft.com/office/officeart/2009/3/layout/HorizontalOrganizationChart"/>
    <dgm:cxn modelId="{574D4784-713B-49E9-8E78-31596894CE6D}" type="presParOf" srcId="{52D5DFFF-9CC0-44B7-B4F5-873A334CC607}" destId="{A1279B96-6A8B-4943-9938-51A26F330219}" srcOrd="2" destOrd="0" presId="urn:microsoft.com/office/officeart/2009/3/layout/HorizontalOrganizationChart"/>
    <dgm:cxn modelId="{97E8AADD-3582-4EF0-BEBF-E019161454D2}" type="presParOf" srcId="{52D5DFFF-9CC0-44B7-B4F5-873A334CC607}" destId="{C33032C1-9BAA-41B2-B22B-E2E2C7991426}" srcOrd="3" destOrd="0" presId="urn:microsoft.com/office/officeart/2009/3/layout/HorizontalOrganizationChart"/>
    <dgm:cxn modelId="{2A39FDE0-7107-4AF2-BBE5-DD5721909972}" type="presParOf" srcId="{C33032C1-9BAA-41B2-B22B-E2E2C7991426}" destId="{A2A134BF-4B74-49F3-B623-3F6D2A99995D}" srcOrd="0" destOrd="0" presId="urn:microsoft.com/office/officeart/2009/3/layout/HorizontalOrganizationChart"/>
    <dgm:cxn modelId="{5F6CCF5A-813E-4A24-BDF1-294C0CFDD76C}" type="presParOf" srcId="{A2A134BF-4B74-49F3-B623-3F6D2A99995D}" destId="{D55B1F1F-C461-4C8B-88F6-BFBD15EDF151}" srcOrd="0" destOrd="0" presId="urn:microsoft.com/office/officeart/2009/3/layout/HorizontalOrganizationChart"/>
    <dgm:cxn modelId="{60A7D9F0-FEAD-4534-B5C9-6B3A66E8B89D}" type="presParOf" srcId="{A2A134BF-4B74-49F3-B623-3F6D2A99995D}" destId="{4C3BF43D-30ED-4F37-B8B8-4E9A95FD12C3}" srcOrd="1" destOrd="0" presId="urn:microsoft.com/office/officeart/2009/3/layout/HorizontalOrganizationChart"/>
    <dgm:cxn modelId="{AE595C8A-664A-40B8-BF6B-D797107B7440}" type="presParOf" srcId="{C33032C1-9BAA-41B2-B22B-E2E2C7991426}" destId="{E6BE4A86-759E-4854-9B17-D84291EAC5E3}" srcOrd="1" destOrd="0" presId="urn:microsoft.com/office/officeart/2009/3/layout/HorizontalOrganizationChart"/>
    <dgm:cxn modelId="{7223AB45-E3FB-4D46-B6F7-1B47BCF87F2A}" type="presParOf" srcId="{C33032C1-9BAA-41B2-B22B-E2E2C7991426}" destId="{60588F50-7D4D-4E78-A7F6-C7705C2B2962}" srcOrd="2" destOrd="0" presId="urn:microsoft.com/office/officeart/2009/3/layout/HorizontalOrganizationChart"/>
    <dgm:cxn modelId="{39126208-C147-4225-85AC-BDDE5F4E0405}" type="presParOf" srcId="{715A6A5A-6E4A-4E7C-B7B8-8AD9D2C71E76}" destId="{7051787C-946A-4113-8FF6-3CC2397A409C}" srcOrd="2" destOrd="0" presId="urn:microsoft.com/office/officeart/2009/3/layout/HorizontalOrganizationChart"/>
    <dgm:cxn modelId="{A453379C-0B0F-4174-B901-DE3CAA2372F4}" type="presParOf" srcId="{697E8820-377A-4E2A-9628-6CD12E12B48E}" destId="{B0667975-114D-4676-8D65-B7A77D7F73FD}" srcOrd="4" destOrd="0" presId="urn:microsoft.com/office/officeart/2009/3/layout/HorizontalOrganizationChart"/>
    <dgm:cxn modelId="{766BB0BC-3E98-4611-B7EB-E6925121BAB5}" type="presParOf" srcId="{697E8820-377A-4E2A-9628-6CD12E12B48E}" destId="{67C848DF-DB00-4065-9AAC-E3052CB99F1C}" srcOrd="5" destOrd="0" presId="urn:microsoft.com/office/officeart/2009/3/layout/HorizontalOrganizationChart"/>
    <dgm:cxn modelId="{ED7077E7-9A26-4FC8-91B7-D09AAA3DF052}" type="presParOf" srcId="{67C848DF-DB00-4065-9AAC-E3052CB99F1C}" destId="{1FB38583-EE9D-48F5-852A-5F040518D9AB}" srcOrd="0" destOrd="0" presId="urn:microsoft.com/office/officeart/2009/3/layout/HorizontalOrganizationChart"/>
    <dgm:cxn modelId="{6026F86B-FD45-4D7C-8B17-6DFF73893F10}" type="presParOf" srcId="{1FB38583-EE9D-48F5-852A-5F040518D9AB}" destId="{4B18A16B-4724-49FE-A22C-6F98E8DAC578}" srcOrd="0" destOrd="0" presId="urn:microsoft.com/office/officeart/2009/3/layout/HorizontalOrganizationChart"/>
    <dgm:cxn modelId="{8EC8A59D-51D1-4537-AB58-D540B05385A0}" type="presParOf" srcId="{1FB38583-EE9D-48F5-852A-5F040518D9AB}" destId="{CC74BF52-DFC4-47CC-B588-BD4719342AC5}" srcOrd="1" destOrd="0" presId="urn:microsoft.com/office/officeart/2009/3/layout/HorizontalOrganizationChart"/>
    <dgm:cxn modelId="{F4E9D831-E6A2-4BF6-8861-F159815BC518}" type="presParOf" srcId="{67C848DF-DB00-4065-9AAC-E3052CB99F1C}" destId="{CFEAE94A-D2FC-4AFF-94C1-74F08C8FD87C}" srcOrd="1" destOrd="0" presId="urn:microsoft.com/office/officeart/2009/3/layout/HorizontalOrganizationChart"/>
    <dgm:cxn modelId="{11A5D3DD-E471-450B-B163-23421DDA582F}" type="presParOf" srcId="{CFEAE94A-D2FC-4AFF-94C1-74F08C8FD87C}" destId="{1CF72BAB-989B-4099-9D4F-2F8521C6DC77}" srcOrd="0" destOrd="0" presId="urn:microsoft.com/office/officeart/2009/3/layout/HorizontalOrganizationChart"/>
    <dgm:cxn modelId="{A5B732B2-20C4-4A44-9370-57B5633999B4}" type="presParOf" srcId="{CFEAE94A-D2FC-4AFF-94C1-74F08C8FD87C}" destId="{ECB01EF2-4141-4853-A07C-236FEB3A4878}" srcOrd="1" destOrd="0" presId="urn:microsoft.com/office/officeart/2009/3/layout/HorizontalOrganizationChart"/>
    <dgm:cxn modelId="{83C31683-F407-4C8B-8247-D8FC7314D9A7}" type="presParOf" srcId="{ECB01EF2-4141-4853-A07C-236FEB3A4878}" destId="{E4A5CE2E-4F13-40AE-90E0-ABC6DFE68FED}" srcOrd="0" destOrd="0" presId="urn:microsoft.com/office/officeart/2009/3/layout/HorizontalOrganizationChart"/>
    <dgm:cxn modelId="{3B53FCAC-CA34-4C4E-8920-9A236C78596E}" type="presParOf" srcId="{E4A5CE2E-4F13-40AE-90E0-ABC6DFE68FED}" destId="{3BCB1D5F-8CE0-48AA-9518-106C74440184}" srcOrd="0" destOrd="0" presId="urn:microsoft.com/office/officeart/2009/3/layout/HorizontalOrganizationChart"/>
    <dgm:cxn modelId="{966525CF-8FBB-4422-8976-CBD5FBDDA3E8}" type="presParOf" srcId="{E4A5CE2E-4F13-40AE-90E0-ABC6DFE68FED}" destId="{0718EECD-0CC1-4E2D-AACE-12A193C2F13E}" srcOrd="1" destOrd="0" presId="urn:microsoft.com/office/officeart/2009/3/layout/HorizontalOrganizationChart"/>
    <dgm:cxn modelId="{1A3C3711-80B7-4302-B409-10A297BE8277}" type="presParOf" srcId="{ECB01EF2-4141-4853-A07C-236FEB3A4878}" destId="{140ED49B-5250-447C-AAAC-BC76E383FB2C}" srcOrd="1" destOrd="0" presId="urn:microsoft.com/office/officeart/2009/3/layout/HorizontalOrganizationChart"/>
    <dgm:cxn modelId="{8F4EFE43-1B5B-4A3A-821A-89FDF1C5DF3E}" type="presParOf" srcId="{ECB01EF2-4141-4853-A07C-236FEB3A4878}" destId="{1C92895A-2592-4919-8BC2-5C1BCC4211E2}" srcOrd="2" destOrd="0" presId="urn:microsoft.com/office/officeart/2009/3/layout/HorizontalOrganizationChart"/>
    <dgm:cxn modelId="{F5167049-57C8-41F8-A9BF-D9BD0C8E5C09}" type="presParOf" srcId="{CFEAE94A-D2FC-4AFF-94C1-74F08C8FD87C}" destId="{BDBFCDC7-7176-4F5D-9F7A-331B0D9BCE71}" srcOrd="2" destOrd="0" presId="urn:microsoft.com/office/officeart/2009/3/layout/HorizontalOrganizationChart"/>
    <dgm:cxn modelId="{A7FA9F01-8010-488A-8CE8-B28E4BCD64A1}" type="presParOf" srcId="{CFEAE94A-D2FC-4AFF-94C1-74F08C8FD87C}" destId="{90E4C678-F64B-49EB-BAF4-2E4487722B0A}" srcOrd="3" destOrd="0" presId="urn:microsoft.com/office/officeart/2009/3/layout/HorizontalOrganizationChart"/>
    <dgm:cxn modelId="{A3CCFDB4-2383-478C-B139-88B7399D0B19}" type="presParOf" srcId="{90E4C678-F64B-49EB-BAF4-2E4487722B0A}" destId="{A2C20346-4E15-47AD-87FD-9EC7C1536C3F}" srcOrd="0" destOrd="0" presId="urn:microsoft.com/office/officeart/2009/3/layout/HorizontalOrganizationChart"/>
    <dgm:cxn modelId="{0838C920-7363-45E3-AAC9-AEB94825B385}" type="presParOf" srcId="{A2C20346-4E15-47AD-87FD-9EC7C1536C3F}" destId="{C8B953B3-CD96-4E02-84D5-C58552E2DF36}" srcOrd="0" destOrd="0" presId="urn:microsoft.com/office/officeart/2009/3/layout/HorizontalOrganizationChart"/>
    <dgm:cxn modelId="{18849243-B7EE-4121-8D02-5954B4EC4C27}" type="presParOf" srcId="{A2C20346-4E15-47AD-87FD-9EC7C1536C3F}" destId="{8A294A1B-D8CF-495E-B623-1C6710E55536}" srcOrd="1" destOrd="0" presId="urn:microsoft.com/office/officeart/2009/3/layout/HorizontalOrganizationChart"/>
    <dgm:cxn modelId="{E60E4FD3-C049-48F4-88D3-79A59D1A0007}" type="presParOf" srcId="{90E4C678-F64B-49EB-BAF4-2E4487722B0A}" destId="{88DB3E76-EB9D-4E05-9199-8EDD296E593C}" srcOrd="1" destOrd="0" presId="urn:microsoft.com/office/officeart/2009/3/layout/HorizontalOrganizationChart"/>
    <dgm:cxn modelId="{AE3A66C2-1F59-4EAD-83B7-F1ED4C5CD50B}" type="presParOf" srcId="{90E4C678-F64B-49EB-BAF4-2E4487722B0A}" destId="{B050825E-6730-4922-8E0B-0ADF062F27DB}" srcOrd="2" destOrd="0" presId="urn:microsoft.com/office/officeart/2009/3/layout/HorizontalOrganizationChart"/>
    <dgm:cxn modelId="{176CB715-85D7-43FE-9D4F-D79100C32AE9}" type="presParOf" srcId="{67C848DF-DB00-4065-9AAC-E3052CB99F1C}" destId="{414C87C6-C86C-4F1E-A9B1-82ED4C07C486}" srcOrd="2" destOrd="0" presId="urn:microsoft.com/office/officeart/2009/3/layout/HorizontalOrganizationChart"/>
    <dgm:cxn modelId="{F52CEF74-2DD0-4243-BBF5-F3519E431996}" type="presParOf" srcId="{697E8820-377A-4E2A-9628-6CD12E12B48E}" destId="{E5408B13-2ED4-4473-9862-74CDC79A35CB}" srcOrd="6" destOrd="0" presId="urn:microsoft.com/office/officeart/2009/3/layout/HorizontalOrganizationChart"/>
    <dgm:cxn modelId="{305E37B9-E2E6-4445-AF59-9A73084C2EAD}" type="presParOf" srcId="{697E8820-377A-4E2A-9628-6CD12E12B48E}" destId="{E0765ABA-3993-40AE-BAA4-15B04D180699}" srcOrd="7" destOrd="0" presId="urn:microsoft.com/office/officeart/2009/3/layout/HorizontalOrganizationChart"/>
    <dgm:cxn modelId="{E13E506D-06BF-42FE-9AB9-A97031C66920}" type="presParOf" srcId="{E0765ABA-3993-40AE-BAA4-15B04D180699}" destId="{30FE4810-4415-40E5-8D91-7AC915C14F74}" srcOrd="0" destOrd="0" presId="urn:microsoft.com/office/officeart/2009/3/layout/HorizontalOrganizationChart"/>
    <dgm:cxn modelId="{9C1C532E-748C-45F7-A153-FBB41494DDE6}" type="presParOf" srcId="{30FE4810-4415-40E5-8D91-7AC915C14F74}" destId="{E466191F-5EA6-4138-BCC3-5359B0102B68}" srcOrd="0" destOrd="0" presId="urn:microsoft.com/office/officeart/2009/3/layout/HorizontalOrganizationChart"/>
    <dgm:cxn modelId="{AC186EA2-5EB1-4D9D-BDAC-3A40ACCFE9EC}" type="presParOf" srcId="{30FE4810-4415-40E5-8D91-7AC915C14F74}" destId="{F7F152F3-7E0F-4074-A679-18E00064E30B}" srcOrd="1" destOrd="0" presId="urn:microsoft.com/office/officeart/2009/3/layout/HorizontalOrganizationChart"/>
    <dgm:cxn modelId="{46D53C41-1F53-47C3-BEB5-207AB087EE5F}" type="presParOf" srcId="{E0765ABA-3993-40AE-BAA4-15B04D180699}" destId="{07E04CB5-D8AA-4390-8654-40E48389B0D2}" srcOrd="1" destOrd="0" presId="urn:microsoft.com/office/officeart/2009/3/layout/HorizontalOrganizationChart"/>
    <dgm:cxn modelId="{5E5D947E-FA01-4CBA-841D-D4CE7A5AD507}" type="presParOf" srcId="{07E04CB5-D8AA-4390-8654-40E48389B0D2}" destId="{1BB68DD7-E315-48A6-B953-0C9A23F0E66F}" srcOrd="0" destOrd="0" presId="urn:microsoft.com/office/officeart/2009/3/layout/HorizontalOrganizationChart"/>
    <dgm:cxn modelId="{14C35A87-9583-4447-AB1B-C3332745AF6A}" type="presParOf" srcId="{07E04CB5-D8AA-4390-8654-40E48389B0D2}" destId="{2FB997C0-A761-4B28-A27C-5908080E5028}" srcOrd="1" destOrd="0" presId="urn:microsoft.com/office/officeart/2009/3/layout/HorizontalOrganizationChart"/>
    <dgm:cxn modelId="{2503D1F8-7DCC-4B63-9F15-918EDC1A0678}" type="presParOf" srcId="{2FB997C0-A761-4B28-A27C-5908080E5028}" destId="{C9B60F4C-AB90-4926-AB6F-5D28BCFBFF69}" srcOrd="0" destOrd="0" presId="urn:microsoft.com/office/officeart/2009/3/layout/HorizontalOrganizationChart"/>
    <dgm:cxn modelId="{C12260FF-F664-4F32-9C35-34D1231AA5B2}" type="presParOf" srcId="{C9B60F4C-AB90-4926-AB6F-5D28BCFBFF69}" destId="{8D5E1939-E6A1-4F7F-95F3-E6F72A174736}" srcOrd="0" destOrd="0" presId="urn:microsoft.com/office/officeart/2009/3/layout/HorizontalOrganizationChart"/>
    <dgm:cxn modelId="{4F1A693F-9AE5-42E1-ABAB-750EB2AF635C}" type="presParOf" srcId="{C9B60F4C-AB90-4926-AB6F-5D28BCFBFF69}" destId="{5861C605-1423-4859-9671-98B55731CEE2}" srcOrd="1" destOrd="0" presId="urn:microsoft.com/office/officeart/2009/3/layout/HorizontalOrganizationChart"/>
    <dgm:cxn modelId="{DD1B9FC4-1301-431F-94A8-BA94B643F413}" type="presParOf" srcId="{2FB997C0-A761-4B28-A27C-5908080E5028}" destId="{8EB92672-F694-4F93-BBEA-FE122651BB2E}" srcOrd="1" destOrd="0" presId="urn:microsoft.com/office/officeart/2009/3/layout/HorizontalOrganizationChart"/>
    <dgm:cxn modelId="{483FDDFE-E982-4800-B9FE-5FCC8ABDB39B}" type="presParOf" srcId="{2FB997C0-A761-4B28-A27C-5908080E5028}" destId="{B027FC31-0B99-45C5-91D4-C00FF6FA29D1}" srcOrd="2" destOrd="0" presId="urn:microsoft.com/office/officeart/2009/3/layout/HorizontalOrganizationChart"/>
    <dgm:cxn modelId="{411F864C-B84D-447B-8305-75FA8557D026}" type="presParOf" srcId="{E0765ABA-3993-40AE-BAA4-15B04D180699}" destId="{4044FAE7-8E34-493D-AFC0-94EF337D6BD4}" srcOrd="2" destOrd="0" presId="urn:microsoft.com/office/officeart/2009/3/layout/HorizontalOrganizationChart"/>
    <dgm:cxn modelId="{AD561AE3-9FFA-45E7-8847-9639DD9F5DA5}" type="presParOf" srcId="{31E86044-25DD-41DC-B382-4D53A9AF89FA}" destId="{7BB8F53B-C912-4F5C-BB1B-CE9AFB713119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40CA87D-DCDD-402B-AE8A-41B95D31F2B6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1EDC6EF7-7548-4A78-876B-5754445755B2}">
      <dgm:prSet phldrT="[Text]"/>
      <dgm:spPr/>
      <dgm:t>
        <a:bodyPr/>
        <a:lstStyle/>
        <a:p>
          <a:r>
            <a:rPr lang="en-US" dirty="0"/>
            <a:t>1. Data Storage (</a:t>
          </a:r>
          <a:r>
            <a:rPr lang="th-TH" dirty="0"/>
            <a:t>ต้นน้ำ: การเก็บข้อมูลและฐานข้อมูล)</a:t>
          </a:r>
          <a:endParaRPr lang="en-US" dirty="0"/>
        </a:p>
      </dgm:t>
    </dgm:pt>
    <dgm:pt modelId="{B8FEEF1C-1D37-4F3F-909D-69802E828613}" type="parTrans" cxnId="{463974DE-2616-411E-8D65-614D34A372AB}">
      <dgm:prSet/>
      <dgm:spPr/>
      <dgm:t>
        <a:bodyPr/>
        <a:lstStyle/>
        <a:p>
          <a:endParaRPr lang="en-US"/>
        </a:p>
      </dgm:t>
    </dgm:pt>
    <dgm:pt modelId="{3E45BA9D-1FFF-4897-A128-1B7EDBA73A61}" type="sibTrans" cxnId="{463974DE-2616-411E-8D65-614D34A372AB}">
      <dgm:prSet/>
      <dgm:spPr/>
      <dgm:t>
        <a:bodyPr/>
        <a:lstStyle/>
        <a:p>
          <a:endParaRPr lang="en-US"/>
        </a:p>
      </dgm:t>
    </dgm:pt>
    <dgm:pt modelId="{34462F1D-A63E-4B08-AAB8-7D20924F5B00}">
      <dgm:prSet/>
      <dgm:spPr/>
      <dgm:t>
        <a:bodyPr/>
        <a:lstStyle/>
        <a:p>
          <a:r>
            <a:rPr lang="en-US" dirty="0"/>
            <a:t>2. Data Manipulation &amp; Retrieval (</a:t>
          </a:r>
          <a:r>
            <a:rPr lang="th-TH" dirty="0"/>
            <a:t>กลางน้ำ: การจัดการและดึงข้อมูล)</a:t>
          </a:r>
          <a:endParaRPr lang="en-US" dirty="0"/>
        </a:p>
      </dgm:t>
    </dgm:pt>
    <dgm:pt modelId="{0594B591-8A85-476D-835E-6F521DAB9A2F}" type="parTrans" cxnId="{574CAFC8-CEFB-49A5-BAC1-F51CD46F629A}">
      <dgm:prSet/>
      <dgm:spPr/>
      <dgm:t>
        <a:bodyPr/>
        <a:lstStyle/>
        <a:p>
          <a:endParaRPr lang="en-US"/>
        </a:p>
      </dgm:t>
    </dgm:pt>
    <dgm:pt modelId="{78DF9CBF-419D-45F7-9BA5-A7C5FB9C60BD}" type="sibTrans" cxnId="{574CAFC8-CEFB-49A5-BAC1-F51CD46F629A}">
      <dgm:prSet/>
      <dgm:spPr/>
      <dgm:t>
        <a:bodyPr/>
        <a:lstStyle/>
        <a:p>
          <a:endParaRPr lang="en-US"/>
        </a:p>
      </dgm:t>
    </dgm:pt>
    <dgm:pt modelId="{8ACB38C8-C2B4-4479-B90A-4EB37D3421D3}">
      <dgm:prSet/>
      <dgm:spPr/>
      <dgm:t>
        <a:bodyPr/>
        <a:lstStyle/>
        <a:p>
          <a:r>
            <a:rPr lang="en-US" dirty="0"/>
            <a:t>3. Calculation &amp; Analysis (</a:t>
          </a:r>
          <a:r>
            <a:rPr lang="th-TH" dirty="0"/>
            <a:t>กลางน้ำ: การคำนวณและวิเคราะห์)</a:t>
          </a:r>
          <a:endParaRPr lang="en-US" dirty="0"/>
        </a:p>
      </dgm:t>
    </dgm:pt>
    <dgm:pt modelId="{1B3FB370-85A7-4D9D-8A62-B764E2138749}" type="parTrans" cxnId="{9071AEB9-2669-4957-A317-E278C4AD83AC}">
      <dgm:prSet/>
      <dgm:spPr/>
      <dgm:t>
        <a:bodyPr/>
        <a:lstStyle/>
        <a:p>
          <a:endParaRPr lang="en-US"/>
        </a:p>
      </dgm:t>
    </dgm:pt>
    <dgm:pt modelId="{7F5AAD3B-E009-4D28-8C5B-F6FA1F701E0E}" type="sibTrans" cxnId="{9071AEB9-2669-4957-A317-E278C4AD83AC}">
      <dgm:prSet/>
      <dgm:spPr/>
      <dgm:t>
        <a:bodyPr/>
        <a:lstStyle/>
        <a:p>
          <a:endParaRPr lang="en-US"/>
        </a:p>
      </dgm:t>
    </dgm:pt>
    <dgm:pt modelId="{DC4BD975-FCD8-4610-A360-E8A7587B35AD}">
      <dgm:prSet/>
      <dgm:spPr/>
      <dgm:t>
        <a:bodyPr/>
        <a:lstStyle/>
        <a:p>
          <a:r>
            <a:rPr lang="en-US" dirty="0"/>
            <a:t>4. Presentation &amp; Reporting (</a:t>
          </a:r>
          <a:r>
            <a:rPr lang="th-TH" dirty="0"/>
            <a:t>ปลายน้ำ: การนำเสนอและ</a:t>
          </a:r>
          <a:r>
            <a:rPr lang="th-TH"/>
            <a:t>สรุปผล)</a:t>
          </a:r>
          <a:endParaRPr lang="en-US" dirty="0"/>
        </a:p>
      </dgm:t>
    </dgm:pt>
    <dgm:pt modelId="{0A5CE3C1-048E-4139-B940-ADE3E51D9D7B}" type="parTrans" cxnId="{847846D2-E181-4154-9D0A-F2763E893963}">
      <dgm:prSet/>
      <dgm:spPr/>
      <dgm:t>
        <a:bodyPr/>
        <a:lstStyle/>
        <a:p>
          <a:endParaRPr lang="en-US"/>
        </a:p>
      </dgm:t>
    </dgm:pt>
    <dgm:pt modelId="{90604DAF-49BC-457F-B861-7373EFD182C7}" type="sibTrans" cxnId="{847846D2-E181-4154-9D0A-F2763E893963}">
      <dgm:prSet/>
      <dgm:spPr/>
      <dgm:t>
        <a:bodyPr/>
        <a:lstStyle/>
        <a:p>
          <a:endParaRPr lang="en-US"/>
        </a:p>
      </dgm:t>
    </dgm:pt>
    <dgm:pt modelId="{BB5E4746-27F5-405E-9088-3FEC5F552D46}" type="pres">
      <dgm:prSet presAssocID="{840CA87D-DCDD-402B-AE8A-41B95D31F2B6}" presName="Name0" presStyleCnt="0">
        <dgm:presLayoutVars>
          <dgm:dir/>
          <dgm:animLvl val="lvl"/>
          <dgm:resizeHandles val="exact"/>
        </dgm:presLayoutVars>
      </dgm:prSet>
      <dgm:spPr/>
    </dgm:pt>
    <dgm:pt modelId="{73957BBF-E697-4E88-BDBB-8D67B611E292}" type="pres">
      <dgm:prSet presAssocID="{1EDC6EF7-7548-4A78-876B-5754445755B2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A18F5B4-3D9E-474D-ACF3-3D324F4AA307}" type="pres">
      <dgm:prSet presAssocID="{3E45BA9D-1FFF-4897-A128-1B7EDBA73A61}" presName="parTxOnlySpace" presStyleCnt="0"/>
      <dgm:spPr/>
    </dgm:pt>
    <dgm:pt modelId="{FA48B935-448B-49B6-B2CD-4261BE012359}" type="pres">
      <dgm:prSet presAssocID="{34462F1D-A63E-4B08-AAB8-7D20924F5B0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143711B-D345-484C-ABEE-BAFBF08C3470}" type="pres">
      <dgm:prSet presAssocID="{78DF9CBF-419D-45F7-9BA5-A7C5FB9C60BD}" presName="parTxOnlySpace" presStyleCnt="0"/>
      <dgm:spPr/>
    </dgm:pt>
    <dgm:pt modelId="{FA80D5BE-188D-43B1-AF9C-2339775AEBD0}" type="pres">
      <dgm:prSet presAssocID="{8ACB38C8-C2B4-4479-B90A-4EB37D3421D3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2E6E3E7-6428-476B-9046-8BBE0A67C217}" type="pres">
      <dgm:prSet presAssocID="{7F5AAD3B-E009-4D28-8C5B-F6FA1F701E0E}" presName="parTxOnlySpace" presStyleCnt="0"/>
      <dgm:spPr/>
    </dgm:pt>
    <dgm:pt modelId="{94AC7049-1EBC-47E0-B3D8-A01454738AE7}" type="pres">
      <dgm:prSet presAssocID="{DC4BD975-FCD8-4610-A360-E8A7587B35AD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E7C0D2A-6A3C-455D-BB91-F0C20077DCC2}" type="presOf" srcId="{34462F1D-A63E-4B08-AAB8-7D20924F5B00}" destId="{FA48B935-448B-49B6-B2CD-4261BE012359}" srcOrd="0" destOrd="0" presId="urn:microsoft.com/office/officeart/2005/8/layout/chevron1"/>
    <dgm:cxn modelId="{9486F63F-5F52-4248-97AA-335F9BD18447}" type="presOf" srcId="{DC4BD975-FCD8-4610-A360-E8A7587B35AD}" destId="{94AC7049-1EBC-47E0-B3D8-A01454738AE7}" srcOrd="0" destOrd="0" presId="urn:microsoft.com/office/officeart/2005/8/layout/chevron1"/>
    <dgm:cxn modelId="{D6530D50-319C-4EFD-AEB4-A3EE65C93F12}" type="presOf" srcId="{8ACB38C8-C2B4-4479-B90A-4EB37D3421D3}" destId="{FA80D5BE-188D-43B1-AF9C-2339775AEBD0}" srcOrd="0" destOrd="0" presId="urn:microsoft.com/office/officeart/2005/8/layout/chevron1"/>
    <dgm:cxn modelId="{9071AEB9-2669-4957-A317-E278C4AD83AC}" srcId="{840CA87D-DCDD-402B-AE8A-41B95D31F2B6}" destId="{8ACB38C8-C2B4-4479-B90A-4EB37D3421D3}" srcOrd="2" destOrd="0" parTransId="{1B3FB370-85A7-4D9D-8A62-B764E2138749}" sibTransId="{7F5AAD3B-E009-4D28-8C5B-F6FA1F701E0E}"/>
    <dgm:cxn modelId="{574CAFC8-CEFB-49A5-BAC1-F51CD46F629A}" srcId="{840CA87D-DCDD-402B-AE8A-41B95D31F2B6}" destId="{34462F1D-A63E-4B08-AAB8-7D20924F5B00}" srcOrd="1" destOrd="0" parTransId="{0594B591-8A85-476D-835E-6F521DAB9A2F}" sibTransId="{78DF9CBF-419D-45F7-9BA5-A7C5FB9C60BD}"/>
    <dgm:cxn modelId="{847846D2-E181-4154-9D0A-F2763E893963}" srcId="{840CA87D-DCDD-402B-AE8A-41B95D31F2B6}" destId="{DC4BD975-FCD8-4610-A360-E8A7587B35AD}" srcOrd="3" destOrd="0" parTransId="{0A5CE3C1-048E-4139-B940-ADE3E51D9D7B}" sibTransId="{90604DAF-49BC-457F-B861-7373EFD182C7}"/>
    <dgm:cxn modelId="{F8EA31D4-1F6A-44A8-AC92-34591CFEDB26}" type="presOf" srcId="{840CA87D-DCDD-402B-AE8A-41B95D31F2B6}" destId="{BB5E4746-27F5-405E-9088-3FEC5F552D46}" srcOrd="0" destOrd="0" presId="urn:microsoft.com/office/officeart/2005/8/layout/chevron1"/>
    <dgm:cxn modelId="{463974DE-2616-411E-8D65-614D34A372AB}" srcId="{840CA87D-DCDD-402B-AE8A-41B95D31F2B6}" destId="{1EDC6EF7-7548-4A78-876B-5754445755B2}" srcOrd="0" destOrd="0" parTransId="{B8FEEF1C-1D37-4F3F-909D-69802E828613}" sibTransId="{3E45BA9D-1FFF-4897-A128-1B7EDBA73A61}"/>
    <dgm:cxn modelId="{9F702CE2-D291-43C1-A232-18777B871124}" type="presOf" srcId="{1EDC6EF7-7548-4A78-876B-5754445755B2}" destId="{73957BBF-E697-4E88-BDBB-8D67B611E292}" srcOrd="0" destOrd="0" presId="urn:microsoft.com/office/officeart/2005/8/layout/chevron1"/>
    <dgm:cxn modelId="{05BEBC62-5D7B-444F-9F21-ACFA74EA97D5}" type="presParOf" srcId="{BB5E4746-27F5-405E-9088-3FEC5F552D46}" destId="{73957BBF-E697-4E88-BDBB-8D67B611E292}" srcOrd="0" destOrd="0" presId="urn:microsoft.com/office/officeart/2005/8/layout/chevron1"/>
    <dgm:cxn modelId="{D523D7A8-4104-4E29-AD0E-24D1680A6DF3}" type="presParOf" srcId="{BB5E4746-27F5-405E-9088-3FEC5F552D46}" destId="{FA18F5B4-3D9E-474D-ACF3-3D324F4AA307}" srcOrd="1" destOrd="0" presId="urn:microsoft.com/office/officeart/2005/8/layout/chevron1"/>
    <dgm:cxn modelId="{0270464D-45EF-4772-ACEE-C5388FAC16F3}" type="presParOf" srcId="{BB5E4746-27F5-405E-9088-3FEC5F552D46}" destId="{FA48B935-448B-49B6-B2CD-4261BE012359}" srcOrd="2" destOrd="0" presId="urn:microsoft.com/office/officeart/2005/8/layout/chevron1"/>
    <dgm:cxn modelId="{83A2697C-8A21-4823-8938-1119330CE0C1}" type="presParOf" srcId="{BB5E4746-27F5-405E-9088-3FEC5F552D46}" destId="{3143711B-D345-484C-ABEE-BAFBF08C3470}" srcOrd="3" destOrd="0" presId="urn:microsoft.com/office/officeart/2005/8/layout/chevron1"/>
    <dgm:cxn modelId="{28B4E377-6860-4DE9-9BDA-76718CEA3360}" type="presParOf" srcId="{BB5E4746-27F5-405E-9088-3FEC5F552D46}" destId="{FA80D5BE-188D-43B1-AF9C-2339775AEBD0}" srcOrd="4" destOrd="0" presId="urn:microsoft.com/office/officeart/2005/8/layout/chevron1"/>
    <dgm:cxn modelId="{24FBF1F9-1DA6-491C-8B31-2CD9F7DDCC64}" type="presParOf" srcId="{BB5E4746-27F5-405E-9088-3FEC5F552D46}" destId="{72E6E3E7-6428-476B-9046-8BBE0A67C217}" srcOrd="5" destOrd="0" presId="urn:microsoft.com/office/officeart/2005/8/layout/chevron1"/>
    <dgm:cxn modelId="{94E3173F-5722-47F5-9B57-97B4C04D48C2}" type="presParOf" srcId="{BB5E4746-27F5-405E-9088-3FEC5F552D46}" destId="{94AC7049-1EBC-47E0-B3D8-A01454738AE7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9D27FC-CD9A-407A-9887-52A3CDF85FEB}">
      <dsp:nvSpPr>
        <dsp:cNvPr id="0" name=""/>
        <dsp:cNvSpPr/>
      </dsp:nvSpPr>
      <dsp:spPr>
        <a:xfrm>
          <a:off x="0" y="146493"/>
          <a:ext cx="8128000" cy="4949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1. Value (</a:t>
          </a:r>
          <a:r>
            <a:rPr lang="th-TH" sz="1800" kern="1200" dirty="0"/>
            <a:t>ข้อมูลภายใน)</a:t>
          </a:r>
          <a:endParaRPr lang="en-US" sz="1800" kern="1200" dirty="0"/>
        </a:p>
      </dsp:txBody>
      <dsp:txXfrm>
        <a:off x="24160" y="170653"/>
        <a:ext cx="8079680" cy="446590"/>
      </dsp:txXfrm>
    </dsp:sp>
    <dsp:sp modelId="{45D7034D-1ED6-4839-9837-9998FAC0E10D}">
      <dsp:nvSpPr>
        <dsp:cNvPr id="0" name=""/>
        <dsp:cNvSpPr/>
      </dsp:nvSpPr>
      <dsp:spPr>
        <a:xfrm>
          <a:off x="0" y="641403"/>
          <a:ext cx="8128000" cy="2459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b="1" kern="1200" dirty="0"/>
            <a:t>Stored Value (</a:t>
          </a:r>
          <a:r>
            <a:rPr lang="th-TH" sz="1400" b="1" kern="1200" dirty="0"/>
            <a:t>ค่าจริงที่จัดเก็บ)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th-TH" sz="1400" kern="1200"/>
            <a:t>ดูได้ที่ </a:t>
          </a:r>
          <a:r>
            <a:rPr lang="en-US" sz="1400" i="1" kern="1200"/>
            <a:t>Formula Bar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th-TH" sz="1400" kern="1200"/>
            <a:t>ใช้สำหรับคำนวณ (</a:t>
          </a:r>
          <a:r>
            <a:rPr lang="en-US" sz="1400" kern="1200"/>
            <a:t>Calculation)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th-TH" sz="1400" kern="1200"/>
            <a:t>ประเภท: </a:t>
          </a:r>
          <a:r>
            <a:rPr lang="en-US" sz="1400" kern="1200"/>
            <a:t>Number, Text, Boolean (True/False), Formula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b="1" kern="1200"/>
            <a:t>Display Value (</a:t>
          </a:r>
          <a:r>
            <a:rPr lang="th-TH" sz="1400" b="1" kern="1200"/>
            <a:t>ค่าที่แสดงผล)</a:t>
          </a:r>
          <a:endParaRPr lang="th-TH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th-TH" sz="1400" kern="1200"/>
            <a:t>เกิดจากการใส่ </a:t>
          </a:r>
          <a:r>
            <a:rPr lang="en-US" sz="1400" i="1" kern="1200"/>
            <a:t>Number Format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th-TH" sz="1400" kern="1200"/>
            <a:t>สิ่งที่ตาเห็นในตาราง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th-TH" sz="1400" i="1" kern="1200"/>
            <a:t>ตัวอย่าง:</a:t>
          </a:r>
          <a:r>
            <a:rPr lang="th-TH" sz="1400" kern="1200"/>
            <a:t> * 0.07 (</a:t>
          </a:r>
          <a:r>
            <a:rPr lang="en-US" sz="1400" kern="1200"/>
            <a:t>Stored) → 7% (Display)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45350 (Stored) → 20/03/2026 (Display)</a:t>
          </a:r>
        </a:p>
      </dsp:txBody>
      <dsp:txXfrm>
        <a:off x="0" y="641403"/>
        <a:ext cx="8128000" cy="2459160"/>
      </dsp:txXfrm>
    </dsp:sp>
    <dsp:sp modelId="{23D35F13-90D7-49C6-BA0A-6BBADE1CC197}">
      <dsp:nvSpPr>
        <dsp:cNvPr id="0" name=""/>
        <dsp:cNvSpPr/>
      </dsp:nvSpPr>
      <dsp:spPr>
        <a:xfrm>
          <a:off x="0" y="3100563"/>
          <a:ext cx="8128000" cy="4949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2. Properties (</a:t>
          </a:r>
          <a:r>
            <a:rPr lang="th-TH" sz="1800" kern="1200" dirty="0"/>
            <a:t>คุณสมบัติภายนอก)</a:t>
          </a:r>
          <a:endParaRPr lang="en-US" sz="1800" kern="1200" dirty="0"/>
        </a:p>
      </dsp:txBody>
      <dsp:txXfrm>
        <a:off x="24160" y="3124723"/>
        <a:ext cx="8079680" cy="446590"/>
      </dsp:txXfrm>
    </dsp:sp>
    <dsp:sp modelId="{53A79C4E-A58C-405D-A094-C6342B32F0CB}">
      <dsp:nvSpPr>
        <dsp:cNvPr id="0" name=""/>
        <dsp:cNvSpPr/>
      </dsp:nvSpPr>
      <dsp:spPr>
        <a:xfrm>
          <a:off x="0" y="3595473"/>
          <a:ext cx="8128000" cy="1676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b="1" kern="1200" dirty="0"/>
            <a:t>Formatting (</a:t>
          </a:r>
          <a:r>
            <a:rPr lang="th-TH" sz="1400" b="1" kern="1200" dirty="0"/>
            <a:t>การตกแต่ง)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i="1" kern="1200" dirty="0"/>
            <a:t>Font:</a:t>
          </a:r>
          <a:r>
            <a:rPr lang="en-US" sz="1400" kern="1200" dirty="0"/>
            <a:t> </a:t>
          </a:r>
          <a:r>
            <a:rPr lang="th-TH" sz="1400" kern="1200" dirty="0"/>
            <a:t>ขนาด, สี, ตัวหนา/เอียง</a:t>
          </a:r>
          <a:r>
            <a:rPr lang="en-US" sz="1400" i="1" kern="1200" dirty="0"/>
            <a:t>Fill:</a:t>
          </a:r>
          <a:r>
            <a:rPr lang="en-US" sz="1400" kern="1200" dirty="0"/>
            <a:t> </a:t>
          </a:r>
          <a:r>
            <a:rPr lang="th-TH" sz="1400" kern="1200" dirty="0"/>
            <a:t>สีพื้นหลัง</a:t>
          </a:r>
          <a:r>
            <a:rPr lang="en-US" sz="1400" i="1" kern="1200" dirty="0"/>
            <a:t>Border:</a:t>
          </a:r>
          <a:r>
            <a:rPr lang="en-US" sz="1400" kern="1200" dirty="0"/>
            <a:t> </a:t>
          </a:r>
          <a:r>
            <a:rPr lang="th-TH" sz="1400" kern="1200" dirty="0"/>
            <a:t>เส้นขอบ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kern="1200"/>
            <a:t>Alignment (</a:t>
          </a:r>
          <a:r>
            <a:rPr lang="th-TH" sz="1400" b="1" kern="1200"/>
            <a:t>การจัดวาง)</a:t>
          </a:r>
          <a:endParaRPr lang="th-TH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Wrap Text (</a:t>
          </a:r>
          <a:r>
            <a:rPr lang="th-TH" sz="1400" kern="1200" dirty="0"/>
            <a:t>ตัดคำ) / </a:t>
          </a:r>
          <a:r>
            <a:rPr lang="en-US" sz="1400" kern="1200" dirty="0"/>
            <a:t>Merge Cells (</a:t>
          </a:r>
          <a:r>
            <a:rPr lang="th-TH" sz="1400" kern="1200" dirty="0"/>
            <a:t>ผสานเซลล์)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kern="1200"/>
            <a:t>Protection (</a:t>
          </a:r>
          <a:r>
            <a:rPr lang="th-TH" sz="1400" b="1" kern="1200"/>
            <a:t>การป้องกัน)</a:t>
          </a:r>
          <a:endParaRPr lang="th-TH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kern="1200" dirty="0"/>
            <a:t>Validation (</a:t>
          </a:r>
          <a:r>
            <a:rPr lang="th-TH" sz="1400" b="1" kern="1200" dirty="0"/>
            <a:t>กฎข้อมูล)</a:t>
          </a:r>
          <a:endParaRPr lang="th-TH" sz="1400" kern="1200" dirty="0"/>
        </a:p>
      </dsp:txBody>
      <dsp:txXfrm>
        <a:off x="0" y="3595473"/>
        <a:ext cx="8128000" cy="16767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9D27FC-CD9A-407A-9887-52A3CDF85FEB}">
      <dsp:nvSpPr>
        <dsp:cNvPr id="0" name=""/>
        <dsp:cNvSpPr/>
      </dsp:nvSpPr>
      <dsp:spPr>
        <a:xfrm>
          <a:off x="0" y="82773"/>
          <a:ext cx="8128000" cy="5224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1. Value (</a:t>
          </a:r>
          <a:r>
            <a:rPr lang="th-TH" sz="1900" kern="1200" dirty="0"/>
            <a:t>ข้อมูลภายใน)</a:t>
          </a:r>
          <a:endParaRPr lang="en-US" sz="1900" kern="1200" dirty="0"/>
        </a:p>
      </dsp:txBody>
      <dsp:txXfrm>
        <a:off x="25502" y="108275"/>
        <a:ext cx="8076996" cy="471400"/>
      </dsp:txXfrm>
    </dsp:sp>
    <dsp:sp modelId="{45D7034D-1ED6-4839-9837-9998FAC0E10D}">
      <dsp:nvSpPr>
        <dsp:cNvPr id="0" name=""/>
        <dsp:cNvSpPr/>
      </dsp:nvSpPr>
      <dsp:spPr>
        <a:xfrm>
          <a:off x="0" y="605178"/>
          <a:ext cx="8128000" cy="589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500" b="1" kern="1200" dirty="0"/>
            <a:t>Stored Value (</a:t>
          </a:r>
          <a:r>
            <a:rPr lang="th-TH" sz="1500" b="1" kern="1200" dirty="0"/>
            <a:t>ค่าจริงที่จัดเก็บ)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500" b="1" kern="1200" dirty="0"/>
            <a:t>Display Value (</a:t>
          </a:r>
          <a:r>
            <a:rPr lang="th-TH" sz="1500" b="1" kern="1200" dirty="0"/>
            <a:t>ค่าที่แสดงผล)</a:t>
          </a:r>
          <a:endParaRPr lang="th-TH" sz="1500" kern="1200" dirty="0"/>
        </a:p>
      </dsp:txBody>
      <dsp:txXfrm>
        <a:off x="0" y="605178"/>
        <a:ext cx="8128000" cy="589950"/>
      </dsp:txXfrm>
    </dsp:sp>
    <dsp:sp modelId="{23D35F13-90D7-49C6-BA0A-6BBADE1CC197}">
      <dsp:nvSpPr>
        <dsp:cNvPr id="0" name=""/>
        <dsp:cNvSpPr/>
      </dsp:nvSpPr>
      <dsp:spPr>
        <a:xfrm>
          <a:off x="0" y="1195128"/>
          <a:ext cx="8128000" cy="5224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2. Properties (</a:t>
          </a:r>
          <a:r>
            <a:rPr lang="th-TH" sz="1900" kern="1200" dirty="0"/>
            <a:t>คุณสมบัติภายนอก)</a:t>
          </a:r>
          <a:endParaRPr lang="en-US" sz="1900" kern="1200" dirty="0"/>
        </a:p>
      </dsp:txBody>
      <dsp:txXfrm>
        <a:off x="25502" y="1220630"/>
        <a:ext cx="8076996" cy="471400"/>
      </dsp:txXfrm>
    </dsp:sp>
    <dsp:sp modelId="{53A79C4E-A58C-405D-A094-C6342B32F0CB}">
      <dsp:nvSpPr>
        <dsp:cNvPr id="0" name=""/>
        <dsp:cNvSpPr/>
      </dsp:nvSpPr>
      <dsp:spPr>
        <a:xfrm>
          <a:off x="0" y="1717533"/>
          <a:ext cx="8128000" cy="3618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500" b="1" kern="1200" dirty="0"/>
            <a:t>Formatting (</a:t>
          </a:r>
          <a:r>
            <a:rPr lang="th-TH" sz="1500" b="1" kern="1200" dirty="0"/>
            <a:t>การตกแต่ง)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500" i="1" kern="1200" dirty="0"/>
            <a:t>Font:</a:t>
          </a:r>
          <a:r>
            <a:rPr lang="en-US" sz="1500" kern="1200" dirty="0"/>
            <a:t> </a:t>
          </a:r>
          <a:r>
            <a:rPr lang="th-TH" sz="1500" kern="1200" dirty="0"/>
            <a:t>ขนาด, สี, ตัวหนา/เอียง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500" i="1" kern="1200" dirty="0"/>
            <a:t>Fill:</a:t>
          </a:r>
          <a:r>
            <a:rPr lang="en-US" sz="1500" kern="1200" dirty="0"/>
            <a:t> </a:t>
          </a:r>
          <a:r>
            <a:rPr lang="th-TH" sz="1500" kern="1200" dirty="0"/>
            <a:t>สีพื้นหลัง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500" i="1" kern="1200"/>
            <a:t>Border:</a:t>
          </a:r>
          <a:r>
            <a:rPr lang="en-US" sz="1500" kern="1200"/>
            <a:t> </a:t>
          </a:r>
          <a:r>
            <a:rPr lang="th-TH" sz="1500" kern="1200"/>
            <a:t>เส้นขอบ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500" b="1" kern="1200" dirty="0"/>
            <a:t>Alignment (</a:t>
          </a:r>
          <a:r>
            <a:rPr lang="th-TH" sz="1500" b="1" kern="1200" dirty="0"/>
            <a:t>การจัดวาง)</a:t>
          </a:r>
          <a:endParaRPr lang="th-TH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th-TH" sz="1500" kern="1200"/>
            <a:t>ชิดซ้าย/ขวา/กลาง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Wrap Text (</a:t>
          </a:r>
          <a:r>
            <a:rPr lang="th-TH" sz="1500" kern="1200" dirty="0"/>
            <a:t>ตัดคำ) / </a:t>
          </a:r>
          <a:r>
            <a:rPr lang="en-US" sz="1500" kern="1200" dirty="0"/>
            <a:t>Merge Cells (</a:t>
          </a:r>
          <a:r>
            <a:rPr lang="th-TH" sz="1500" kern="1200" dirty="0"/>
            <a:t>ผสานเซลล์)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500" b="1" kern="1200" dirty="0"/>
            <a:t>Protection (</a:t>
          </a:r>
          <a:r>
            <a:rPr lang="th-TH" sz="1500" b="1" kern="1200" dirty="0"/>
            <a:t>การป้องกัน)</a:t>
          </a:r>
          <a:endParaRPr lang="th-TH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Locked (</a:t>
          </a:r>
          <a:r>
            <a:rPr lang="th-TH" sz="1500" kern="1200" dirty="0"/>
            <a:t>ล็อกเซลล์)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Hidden (</a:t>
          </a:r>
          <a:r>
            <a:rPr lang="th-TH" sz="1500" kern="1200" dirty="0"/>
            <a:t>ซ่อนสูตร)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500" b="1" kern="1200" dirty="0"/>
            <a:t>Validation (</a:t>
          </a:r>
          <a:r>
            <a:rPr lang="th-TH" sz="1500" b="1" kern="1200" dirty="0"/>
            <a:t>กฎข้อมูล)</a:t>
          </a:r>
          <a:endParaRPr lang="th-TH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Data Validation (</a:t>
          </a:r>
          <a:r>
            <a:rPr lang="th-TH" sz="1500" kern="1200" dirty="0"/>
            <a:t>จำกัดสิ่งที่กรอกได้)</a:t>
          </a:r>
        </a:p>
      </dsp:txBody>
      <dsp:txXfrm>
        <a:off x="0" y="1717533"/>
        <a:ext cx="8128000" cy="36183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C8C3BB-BC50-410F-9716-9FEB30338CEC}">
      <dsp:nvSpPr>
        <dsp:cNvPr id="0" name=""/>
        <dsp:cNvSpPr/>
      </dsp:nvSpPr>
      <dsp:spPr>
        <a:xfrm>
          <a:off x="8120127" y="5691243"/>
          <a:ext cx="4774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7496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DD7D73-ADDB-4630-87CF-6713A283A0D3}">
      <dsp:nvSpPr>
        <dsp:cNvPr id="0" name=""/>
        <dsp:cNvSpPr/>
      </dsp:nvSpPr>
      <dsp:spPr>
        <a:xfrm>
          <a:off x="5255146" y="4710345"/>
          <a:ext cx="477496" cy="1026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8748" y="0"/>
              </a:lnTo>
              <a:lnTo>
                <a:pt x="238748" y="1026617"/>
              </a:lnTo>
              <a:lnTo>
                <a:pt x="477496" y="102661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5C431A-4C5B-4931-A4ED-E61A34B67C26}">
      <dsp:nvSpPr>
        <dsp:cNvPr id="0" name=""/>
        <dsp:cNvSpPr/>
      </dsp:nvSpPr>
      <dsp:spPr>
        <a:xfrm>
          <a:off x="5255146" y="4664625"/>
          <a:ext cx="4774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7496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BEF273-33D0-4A50-9F71-17E47603FE80}">
      <dsp:nvSpPr>
        <dsp:cNvPr id="0" name=""/>
        <dsp:cNvSpPr/>
      </dsp:nvSpPr>
      <dsp:spPr>
        <a:xfrm>
          <a:off x="5255146" y="3683727"/>
          <a:ext cx="477496" cy="1026617"/>
        </a:xfrm>
        <a:custGeom>
          <a:avLst/>
          <a:gdLst/>
          <a:ahLst/>
          <a:cxnLst/>
          <a:rect l="0" t="0" r="0" b="0"/>
          <a:pathLst>
            <a:path>
              <a:moveTo>
                <a:pt x="0" y="1026617"/>
              </a:moveTo>
              <a:lnTo>
                <a:pt x="238748" y="1026617"/>
              </a:lnTo>
              <a:lnTo>
                <a:pt x="238748" y="0"/>
              </a:lnTo>
              <a:lnTo>
                <a:pt x="477496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65B2C8-D3E1-4550-AC8A-28D96E36D69F}">
      <dsp:nvSpPr>
        <dsp:cNvPr id="0" name=""/>
        <dsp:cNvSpPr/>
      </dsp:nvSpPr>
      <dsp:spPr>
        <a:xfrm>
          <a:off x="2390166" y="3170418"/>
          <a:ext cx="477496" cy="15399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8748" y="0"/>
              </a:lnTo>
              <a:lnTo>
                <a:pt x="238748" y="1539926"/>
              </a:lnTo>
              <a:lnTo>
                <a:pt x="477496" y="153992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F21F18-F1CA-48BF-9972-A65913DE8DEF}">
      <dsp:nvSpPr>
        <dsp:cNvPr id="0" name=""/>
        <dsp:cNvSpPr/>
      </dsp:nvSpPr>
      <dsp:spPr>
        <a:xfrm>
          <a:off x="5255146" y="1630492"/>
          <a:ext cx="477496" cy="1026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8748" y="0"/>
              </a:lnTo>
              <a:lnTo>
                <a:pt x="238748" y="1026617"/>
              </a:lnTo>
              <a:lnTo>
                <a:pt x="477496" y="102661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E62EE6-3877-48B2-A05D-8C41906AFEFA}">
      <dsp:nvSpPr>
        <dsp:cNvPr id="0" name=""/>
        <dsp:cNvSpPr/>
      </dsp:nvSpPr>
      <dsp:spPr>
        <a:xfrm>
          <a:off x="5255146" y="1584772"/>
          <a:ext cx="4774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7496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06F786-1F8E-4DF9-9841-1C053BE67474}">
      <dsp:nvSpPr>
        <dsp:cNvPr id="0" name=""/>
        <dsp:cNvSpPr/>
      </dsp:nvSpPr>
      <dsp:spPr>
        <a:xfrm>
          <a:off x="5255146" y="603874"/>
          <a:ext cx="477496" cy="1026617"/>
        </a:xfrm>
        <a:custGeom>
          <a:avLst/>
          <a:gdLst/>
          <a:ahLst/>
          <a:cxnLst/>
          <a:rect l="0" t="0" r="0" b="0"/>
          <a:pathLst>
            <a:path>
              <a:moveTo>
                <a:pt x="0" y="1026617"/>
              </a:moveTo>
              <a:lnTo>
                <a:pt x="238748" y="1026617"/>
              </a:lnTo>
              <a:lnTo>
                <a:pt x="238748" y="0"/>
              </a:lnTo>
              <a:lnTo>
                <a:pt x="477496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572FDB-2AB8-4C48-BDFB-D8DE2E8587DF}">
      <dsp:nvSpPr>
        <dsp:cNvPr id="0" name=""/>
        <dsp:cNvSpPr/>
      </dsp:nvSpPr>
      <dsp:spPr>
        <a:xfrm>
          <a:off x="2390166" y="1630492"/>
          <a:ext cx="477496" cy="1539926"/>
        </a:xfrm>
        <a:custGeom>
          <a:avLst/>
          <a:gdLst/>
          <a:ahLst/>
          <a:cxnLst/>
          <a:rect l="0" t="0" r="0" b="0"/>
          <a:pathLst>
            <a:path>
              <a:moveTo>
                <a:pt x="0" y="1539926"/>
              </a:moveTo>
              <a:lnTo>
                <a:pt x="238748" y="1539926"/>
              </a:lnTo>
              <a:lnTo>
                <a:pt x="238748" y="0"/>
              </a:lnTo>
              <a:lnTo>
                <a:pt x="477496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5515E6-7CC7-4E44-845C-69825D10FF3E}">
      <dsp:nvSpPr>
        <dsp:cNvPr id="0" name=""/>
        <dsp:cNvSpPr/>
      </dsp:nvSpPr>
      <dsp:spPr>
        <a:xfrm>
          <a:off x="2682" y="2806327"/>
          <a:ext cx="2387483" cy="7281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1. Value (</a:t>
          </a:r>
          <a:r>
            <a:rPr lang="th-TH" sz="1500" b="1" kern="1200" dirty="0"/>
            <a:t>ข้อมูลภายใน)</a:t>
          </a:r>
          <a:endParaRPr lang="en-US" sz="1500" kern="1200" dirty="0"/>
        </a:p>
      </dsp:txBody>
      <dsp:txXfrm>
        <a:off x="2682" y="2806327"/>
        <a:ext cx="2387483" cy="728182"/>
      </dsp:txXfrm>
    </dsp:sp>
    <dsp:sp modelId="{3BAA3FBC-3FB2-469A-BDAB-1BCBAD2678FE}">
      <dsp:nvSpPr>
        <dsp:cNvPr id="0" name=""/>
        <dsp:cNvSpPr/>
      </dsp:nvSpPr>
      <dsp:spPr>
        <a:xfrm>
          <a:off x="2867662" y="1266400"/>
          <a:ext cx="2387483" cy="7281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1" kern="1200" dirty="0"/>
            <a:t>Stored Value (</a:t>
          </a:r>
          <a:r>
            <a:rPr lang="th-TH" sz="1500" b="1" kern="1200" dirty="0"/>
            <a:t>ค่าจริงที่จัดเก็บ)</a:t>
          </a:r>
          <a:endParaRPr lang="th-TH" sz="1500" kern="1200" dirty="0"/>
        </a:p>
      </dsp:txBody>
      <dsp:txXfrm>
        <a:off x="2867662" y="1266400"/>
        <a:ext cx="2387483" cy="728182"/>
      </dsp:txXfrm>
    </dsp:sp>
    <dsp:sp modelId="{D7CB8D68-DEB8-448F-B96F-41A21EE9E413}">
      <dsp:nvSpPr>
        <dsp:cNvPr id="0" name=""/>
        <dsp:cNvSpPr/>
      </dsp:nvSpPr>
      <dsp:spPr>
        <a:xfrm>
          <a:off x="5732643" y="239782"/>
          <a:ext cx="2387483" cy="7281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th-TH" sz="1500" kern="1200" dirty="0"/>
            <a:t>ดูได้ที่ </a:t>
          </a:r>
          <a:r>
            <a:rPr lang="en-US" sz="1500" i="1" kern="1200" dirty="0"/>
            <a:t>Formula Bar</a:t>
          </a:r>
          <a:endParaRPr lang="en-US" sz="1500" kern="1200" dirty="0"/>
        </a:p>
      </dsp:txBody>
      <dsp:txXfrm>
        <a:off x="5732643" y="239782"/>
        <a:ext cx="2387483" cy="728182"/>
      </dsp:txXfrm>
    </dsp:sp>
    <dsp:sp modelId="{ACE2A33F-01DB-4683-BA98-EF983ACF58C7}">
      <dsp:nvSpPr>
        <dsp:cNvPr id="0" name=""/>
        <dsp:cNvSpPr/>
      </dsp:nvSpPr>
      <dsp:spPr>
        <a:xfrm>
          <a:off x="5732643" y="1266400"/>
          <a:ext cx="2387483" cy="7281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th-TH" sz="1500" kern="1200"/>
            <a:t>ใช้สำหรับคำนวณ (</a:t>
          </a:r>
          <a:r>
            <a:rPr lang="en-US" sz="1500" kern="1200"/>
            <a:t>Calculation)</a:t>
          </a:r>
        </a:p>
      </dsp:txBody>
      <dsp:txXfrm>
        <a:off x="5732643" y="1266400"/>
        <a:ext cx="2387483" cy="728182"/>
      </dsp:txXfrm>
    </dsp:sp>
    <dsp:sp modelId="{426ABBA8-943D-46C6-8F81-3113BD0A0007}">
      <dsp:nvSpPr>
        <dsp:cNvPr id="0" name=""/>
        <dsp:cNvSpPr/>
      </dsp:nvSpPr>
      <dsp:spPr>
        <a:xfrm>
          <a:off x="5732643" y="2293018"/>
          <a:ext cx="2387483" cy="7281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th-TH" sz="1500" kern="1200" dirty="0"/>
            <a:t>ประเภท: </a:t>
          </a:r>
          <a:r>
            <a:rPr lang="en-US" sz="1500" kern="1200" dirty="0"/>
            <a:t>Number, Text, Boolean (True/False), Formula</a:t>
          </a:r>
        </a:p>
      </dsp:txBody>
      <dsp:txXfrm>
        <a:off x="5732643" y="2293018"/>
        <a:ext cx="2387483" cy="728182"/>
      </dsp:txXfrm>
    </dsp:sp>
    <dsp:sp modelId="{76BD0F3C-B9BD-4D3B-8D2D-A774EFFFDA0C}">
      <dsp:nvSpPr>
        <dsp:cNvPr id="0" name=""/>
        <dsp:cNvSpPr/>
      </dsp:nvSpPr>
      <dsp:spPr>
        <a:xfrm>
          <a:off x="2867662" y="4346254"/>
          <a:ext cx="2387483" cy="7281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1" kern="1200" dirty="0"/>
            <a:t>Display Value (</a:t>
          </a:r>
          <a:r>
            <a:rPr lang="th-TH" sz="1500" b="1" kern="1200" dirty="0"/>
            <a:t>ค่าที่แสดงผล)</a:t>
          </a:r>
          <a:endParaRPr lang="th-TH" sz="1500" kern="1200" dirty="0"/>
        </a:p>
      </dsp:txBody>
      <dsp:txXfrm>
        <a:off x="2867662" y="4346254"/>
        <a:ext cx="2387483" cy="728182"/>
      </dsp:txXfrm>
    </dsp:sp>
    <dsp:sp modelId="{2E6D9D76-DA09-4B58-A817-6AEFDDE0D830}">
      <dsp:nvSpPr>
        <dsp:cNvPr id="0" name=""/>
        <dsp:cNvSpPr/>
      </dsp:nvSpPr>
      <dsp:spPr>
        <a:xfrm>
          <a:off x="5732643" y="3319636"/>
          <a:ext cx="2387483" cy="7281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th-TH" sz="1500" kern="1200" dirty="0"/>
            <a:t>เกิดจากการใส่ </a:t>
          </a:r>
          <a:r>
            <a:rPr lang="en-US" sz="1500" i="1" kern="1200" dirty="0"/>
            <a:t>Number Format</a:t>
          </a:r>
          <a:endParaRPr lang="en-US" sz="1500" kern="1200" dirty="0"/>
        </a:p>
      </dsp:txBody>
      <dsp:txXfrm>
        <a:off x="5732643" y="3319636"/>
        <a:ext cx="2387483" cy="728182"/>
      </dsp:txXfrm>
    </dsp:sp>
    <dsp:sp modelId="{1D086C41-0B55-4939-AEF0-1821A526BDAE}">
      <dsp:nvSpPr>
        <dsp:cNvPr id="0" name=""/>
        <dsp:cNvSpPr/>
      </dsp:nvSpPr>
      <dsp:spPr>
        <a:xfrm>
          <a:off x="5732643" y="4346254"/>
          <a:ext cx="2387483" cy="7281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th-TH" sz="1500" kern="1200" dirty="0"/>
            <a:t>สิ่งที่ตาเห็นในตาราง</a:t>
          </a:r>
        </a:p>
      </dsp:txBody>
      <dsp:txXfrm>
        <a:off x="5732643" y="4346254"/>
        <a:ext cx="2387483" cy="728182"/>
      </dsp:txXfrm>
    </dsp:sp>
    <dsp:sp modelId="{7053CB1C-549E-4926-9708-3C0437950CA9}">
      <dsp:nvSpPr>
        <dsp:cNvPr id="0" name=""/>
        <dsp:cNvSpPr/>
      </dsp:nvSpPr>
      <dsp:spPr>
        <a:xfrm>
          <a:off x="5732643" y="5372872"/>
          <a:ext cx="2387483" cy="7281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th-TH" sz="1500" i="1" kern="1200"/>
            <a:t>ตัวอย่าง:</a:t>
          </a:r>
          <a:r>
            <a:rPr lang="th-TH" sz="1500" kern="1200"/>
            <a:t> * 0.07 (</a:t>
          </a:r>
          <a:r>
            <a:rPr lang="en-US" sz="1500" kern="1200"/>
            <a:t>Stored) → 7% (Display)</a:t>
          </a:r>
        </a:p>
      </dsp:txBody>
      <dsp:txXfrm>
        <a:off x="5732643" y="5372872"/>
        <a:ext cx="2387483" cy="728182"/>
      </dsp:txXfrm>
    </dsp:sp>
    <dsp:sp modelId="{89968F87-19F4-4B41-838B-3F2C27574888}">
      <dsp:nvSpPr>
        <dsp:cNvPr id="0" name=""/>
        <dsp:cNvSpPr/>
      </dsp:nvSpPr>
      <dsp:spPr>
        <a:xfrm>
          <a:off x="8597623" y="5372872"/>
          <a:ext cx="2387483" cy="7281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kern="1200" dirty="0"/>
            <a:t>45350 (Stored) → 20/03/2026 (Display)</a:t>
          </a:r>
        </a:p>
      </dsp:txBody>
      <dsp:txXfrm>
        <a:off x="8597623" y="5372872"/>
        <a:ext cx="2387483" cy="7281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B68DD7-E315-48A6-B953-0C9A23F0E66F}">
      <dsp:nvSpPr>
        <dsp:cNvPr id="0" name=""/>
        <dsp:cNvSpPr/>
      </dsp:nvSpPr>
      <dsp:spPr>
        <a:xfrm>
          <a:off x="5916069" y="6184896"/>
          <a:ext cx="3937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722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408B13-2ED4-4473-9862-74CDC79A35CB}">
      <dsp:nvSpPr>
        <dsp:cNvPr id="0" name=""/>
        <dsp:cNvSpPr/>
      </dsp:nvSpPr>
      <dsp:spPr>
        <a:xfrm>
          <a:off x="3553735" y="3691107"/>
          <a:ext cx="393722" cy="25395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861" y="0"/>
              </a:lnTo>
              <a:lnTo>
                <a:pt x="196861" y="2539509"/>
              </a:lnTo>
              <a:lnTo>
                <a:pt x="393722" y="253950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BFCDC7-7176-4F5D-9F7A-331B0D9BCE71}">
      <dsp:nvSpPr>
        <dsp:cNvPr id="0" name=""/>
        <dsp:cNvSpPr/>
      </dsp:nvSpPr>
      <dsp:spPr>
        <a:xfrm>
          <a:off x="5916069" y="4960861"/>
          <a:ext cx="393722" cy="4232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861" y="0"/>
              </a:lnTo>
              <a:lnTo>
                <a:pt x="196861" y="423251"/>
              </a:lnTo>
              <a:lnTo>
                <a:pt x="393722" y="42325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F72BAB-989B-4099-9D4F-2F8521C6DC77}">
      <dsp:nvSpPr>
        <dsp:cNvPr id="0" name=""/>
        <dsp:cNvSpPr/>
      </dsp:nvSpPr>
      <dsp:spPr>
        <a:xfrm>
          <a:off x="5916069" y="4537610"/>
          <a:ext cx="393722" cy="423251"/>
        </a:xfrm>
        <a:custGeom>
          <a:avLst/>
          <a:gdLst/>
          <a:ahLst/>
          <a:cxnLst/>
          <a:rect l="0" t="0" r="0" b="0"/>
          <a:pathLst>
            <a:path>
              <a:moveTo>
                <a:pt x="0" y="423251"/>
              </a:moveTo>
              <a:lnTo>
                <a:pt x="196861" y="423251"/>
              </a:lnTo>
              <a:lnTo>
                <a:pt x="196861" y="0"/>
              </a:lnTo>
              <a:lnTo>
                <a:pt x="393722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667975-114D-4676-8D65-B7A77D7F73FD}">
      <dsp:nvSpPr>
        <dsp:cNvPr id="0" name=""/>
        <dsp:cNvSpPr/>
      </dsp:nvSpPr>
      <dsp:spPr>
        <a:xfrm>
          <a:off x="3553735" y="3691107"/>
          <a:ext cx="393722" cy="12697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861" y="0"/>
              </a:lnTo>
              <a:lnTo>
                <a:pt x="196861" y="1269754"/>
              </a:lnTo>
              <a:lnTo>
                <a:pt x="393722" y="126975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279B96-6A8B-4943-9938-51A26F330219}">
      <dsp:nvSpPr>
        <dsp:cNvPr id="0" name=""/>
        <dsp:cNvSpPr/>
      </dsp:nvSpPr>
      <dsp:spPr>
        <a:xfrm>
          <a:off x="5916069" y="3267855"/>
          <a:ext cx="393722" cy="4232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861" y="0"/>
              </a:lnTo>
              <a:lnTo>
                <a:pt x="196861" y="423251"/>
              </a:lnTo>
              <a:lnTo>
                <a:pt x="393722" y="42325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C91283-249C-4CD5-9E62-BCAD9229AD91}">
      <dsp:nvSpPr>
        <dsp:cNvPr id="0" name=""/>
        <dsp:cNvSpPr/>
      </dsp:nvSpPr>
      <dsp:spPr>
        <a:xfrm>
          <a:off x="5916069" y="2844603"/>
          <a:ext cx="393722" cy="423251"/>
        </a:xfrm>
        <a:custGeom>
          <a:avLst/>
          <a:gdLst/>
          <a:ahLst/>
          <a:cxnLst/>
          <a:rect l="0" t="0" r="0" b="0"/>
          <a:pathLst>
            <a:path>
              <a:moveTo>
                <a:pt x="0" y="423251"/>
              </a:moveTo>
              <a:lnTo>
                <a:pt x="196861" y="423251"/>
              </a:lnTo>
              <a:lnTo>
                <a:pt x="196861" y="0"/>
              </a:lnTo>
              <a:lnTo>
                <a:pt x="393722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28ED69-DAB8-487F-80AE-B9B0BC9CEF10}">
      <dsp:nvSpPr>
        <dsp:cNvPr id="0" name=""/>
        <dsp:cNvSpPr/>
      </dsp:nvSpPr>
      <dsp:spPr>
        <a:xfrm>
          <a:off x="3553735" y="3267855"/>
          <a:ext cx="393722" cy="423251"/>
        </a:xfrm>
        <a:custGeom>
          <a:avLst/>
          <a:gdLst/>
          <a:ahLst/>
          <a:cxnLst/>
          <a:rect l="0" t="0" r="0" b="0"/>
          <a:pathLst>
            <a:path>
              <a:moveTo>
                <a:pt x="0" y="423251"/>
              </a:moveTo>
              <a:lnTo>
                <a:pt x="196861" y="423251"/>
              </a:lnTo>
              <a:lnTo>
                <a:pt x="196861" y="0"/>
              </a:lnTo>
              <a:lnTo>
                <a:pt x="393722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8F5F73-DD24-4841-9FAE-94F9682CAB14}">
      <dsp:nvSpPr>
        <dsp:cNvPr id="0" name=""/>
        <dsp:cNvSpPr/>
      </dsp:nvSpPr>
      <dsp:spPr>
        <a:xfrm>
          <a:off x="5916069" y="1151597"/>
          <a:ext cx="393722" cy="8465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861" y="0"/>
              </a:lnTo>
              <a:lnTo>
                <a:pt x="196861" y="846503"/>
              </a:lnTo>
              <a:lnTo>
                <a:pt x="393722" y="84650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023001-B421-40A5-906D-7C431DBD1FF2}">
      <dsp:nvSpPr>
        <dsp:cNvPr id="0" name=""/>
        <dsp:cNvSpPr/>
      </dsp:nvSpPr>
      <dsp:spPr>
        <a:xfrm>
          <a:off x="5916069" y="1105877"/>
          <a:ext cx="3937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722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0F335D-2779-4B25-BEB3-F07F0BF9558C}">
      <dsp:nvSpPr>
        <dsp:cNvPr id="0" name=""/>
        <dsp:cNvSpPr/>
      </dsp:nvSpPr>
      <dsp:spPr>
        <a:xfrm>
          <a:off x="5916069" y="305094"/>
          <a:ext cx="393722" cy="846503"/>
        </a:xfrm>
        <a:custGeom>
          <a:avLst/>
          <a:gdLst/>
          <a:ahLst/>
          <a:cxnLst/>
          <a:rect l="0" t="0" r="0" b="0"/>
          <a:pathLst>
            <a:path>
              <a:moveTo>
                <a:pt x="0" y="846503"/>
              </a:moveTo>
              <a:lnTo>
                <a:pt x="196861" y="846503"/>
              </a:lnTo>
              <a:lnTo>
                <a:pt x="196861" y="0"/>
              </a:lnTo>
              <a:lnTo>
                <a:pt x="393722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CF01DA-884A-412F-B9F1-4A32E067EC13}">
      <dsp:nvSpPr>
        <dsp:cNvPr id="0" name=""/>
        <dsp:cNvSpPr/>
      </dsp:nvSpPr>
      <dsp:spPr>
        <a:xfrm>
          <a:off x="3553735" y="1151597"/>
          <a:ext cx="393722" cy="2539509"/>
        </a:xfrm>
        <a:custGeom>
          <a:avLst/>
          <a:gdLst/>
          <a:ahLst/>
          <a:cxnLst/>
          <a:rect l="0" t="0" r="0" b="0"/>
          <a:pathLst>
            <a:path>
              <a:moveTo>
                <a:pt x="0" y="2539509"/>
              </a:moveTo>
              <a:lnTo>
                <a:pt x="196861" y="2539509"/>
              </a:lnTo>
              <a:lnTo>
                <a:pt x="196861" y="0"/>
              </a:lnTo>
              <a:lnTo>
                <a:pt x="393722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1BB4FE-A7A5-43C7-9808-2268A6AF745E}">
      <dsp:nvSpPr>
        <dsp:cNvPr id="0" name=""/>
        <dsp:cNvSpPr/>
      </dsp:nvSpPr>
      <dsp:spPr>
        <a:xfrm>
          <a:off x="1585123" y="3390893"/>
          <a:ext cx="1968611" cy="6004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2. Properties (</a:t>
          </a:r>
          <a:r>
            <a:rPr lang="th-TH" sz="1700" b="1" kern="1200" dirty="0"/>
            <a:t>คุณสมบัติภายนอก)</a:t>
          </a:r>
          <a:endParaRPr lang="en-US" sz="1700" kern="1200" dirty="0"/>
        </a:p>
      </dsp:txBody>
      <dsp:txXfrm>
        <a:off x="1585123" y="3390893"/>
        <a:ext cx="1968611" cy="600426"/>
      </dsp:txXfrm>
    </dsp:sp>
    <dsp:sp modelId="{BEC91B41-9605-4DE9-A605-551D2FBB4A79}">
      <dsp:nvSpPr>
        <dsp:cNvPr id="0" name=""/>
        <dsp:cNvSpPr/>
      </dsp:nvSpPr>
      <dsp:spPr>
        <a:xfrm>
          <a:off x="3947458" y="851384"/>
          <a:ext cx="1968611" cy="6004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b="1" kern="1200" dirty="0"/>
            <a:t>Formatting (</a:t>
          </a:r>
          <a:r>
            <a:rPr lang="th-TH" sz="1700" b="1" kern="1200" dirty="0"/>
            <a:t>การตกแต่ง)</a:t>
          </a:r>
          <a:endParaRPr lang="th-TH" sz="1700" kern="1200" dirty="0"/>
        </a:p>
      </dsp:txBody>
      <dsp:txXfrm>
        <a:off x="3947458" y="851384"/>
        <a:ext cx="1968611" cy="600426"/>
      </dsp:txXfrm>
    </dsp:sp>
    <dsp:sp modelId="{469A0017-FD1A-41F1-B4DE-7916774F56D7}">
      <dsp:nvSpPr>
        <dsp:cNvPr id="0" name=""/>
        <dsp:cNvSpPr/>
      </dsp:nvSpPr>
      <dsp:spPr>
        <a:xfrm>
          <a:off x="6309792" y="4881"/>
          <a:ext cx="1968611" cy="6004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i="1" kern="1200" dirty="0"/>
            <a:t>Font:</a:t>
          </a:r>
          <a:r>
            <a:rPr lang="en-US" sz="1700" kern="1200" dirty="0"/>
            <a:t> </a:t>
          </a:r>
          <a:r>
            <a:rPr lang="th-TH" sz="1700" kern="1200" dirty="0"/>
            <a:t>ขนาด, สี, ตัวหนา/เอียง</a:t>
          </a:r>
        </a:p>
      </dsp:txBody>
      <dsp:txXfrm>
        <a:off x="6309792" y="4881"/>
        <a:ext cx="1968611" cy="600426"/>
      </dsp:txXfrm>
    </dsp:sp>
    <dsp:sp modelId="{216ABF51-B71B-45FB-BD81-254485135330}">
      <dsp:nvSpPr>
        <dsp:cNvPr id="0" name=""/>
        <dsp:cNvSpPr/>
      </dsp:nvSpPr>
      <dsp:spPr>
        <a:xfrm>
          <a:off x="6309792" y="851384"/>
          <a:ext cx="1968611" cy="6004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i="1" kern="1200"/>
            <a:t>Fill:</a:t>
          </a:r>
          <a:r>
            <a:rPr lang="en-US" sz="1700" kern="1200"/>
            <a:t> </a:t>
          </a:r>
          <a:r>
            <a:rPr lang="th-TH" sz="1700" kern="1200"/>
            <a:t>สีพื้นหลัง</a:t>
          </a:r>
        </a:p>
      </dsp:txBody>
      <dsp:txXfrm>
        <a:off x="6309792" y="851384"/>
        <a:ext cx="1968611" cy="600426"/>
      </dsp:txXfrm>
    </dsp:sp>
    <dsp:sp modelId="{B1796E9C-C4B0-4FBB-B49F-F2DEC3C323C5}">
      <dsp:nvSpPr>
        <dsp:cNvPr id="0" name=""/>
        <dsp:cNvSpPr/>
      </dsp:nvSpPr>
      <dsp:spPr>
        <a:xfrm>
          <a:off x="6309792" y="1697887"/>
          <a:ext cx="1968611" cy="6004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i="1" kern="1200" dirty="0"/>
            <a:t>Border:</a:t>
          </a:r>
          <a:r>
            <a:rPr lang="en-US" sz="1700" kern="1200" dirty="0"/>
            <a:t> </a:t>
          </a:r>
          <a:r>
            <a:rPr lang="th-TH" sz="1700" kern="1200" dirty="0"/>
            <a:t>เส้นขอบ</a:t>
          </a:r>
        </a:p>
      </dsp:txBody>
      <dsp:txXfrm>
        <a:off x="6309792" y="1697887"/>
        <a:ext cx="1968611" cy="600426"/>
      </dsp:txXfrm>
    </dsp:sp>
    <dsp:sp modelId="{837F4FB9-6520-4149-A5A1-5B6CB62DF2E9}">
      <dsp:nvSpPr>
        <dsp:cNvPr id="0" name=""/>
        <dsp:cNvSpPr/>
      </dsp:nvSpPr>
      <dsp:spPr>
        <a:xfrm>
          <a:off x="3947458" y="2967642"/>
          <a:ext cx="1968611" cy="6004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b="1" kern="1200" dirty="0"/>
            <a:t>Alignment (</a:t>
          </a:r>
          <a:r>
            <a:rPr lang="th-TH" sz="1700" b="1" kern="1200" dirty="0"/>
            <a:t>การจัดวาง)</a:t>
          </a:r>
          <a:endParaRPr lang="th-TH" sz="1700" kern="1200" dirty="0"/>
        </a:p>
      </dsp:txBody>
      <dsp:txXfrm>
        <a:off x="3947458" y="2967642"/>
        <a:ext cx="1968611" cy="600426"/>
      </dsp:txXfrm>
    </dsp:sp>
    <dsp:sp modelId="{65533A07-6BB0-4CDA-A402-B3384CFA2FE2}">
      <dsp:nvSpPr>
        <dsp:cNvPr id="0" name=""/>
        <dsp:cNvSpPr/>
      </dsp:nvSpPr>
      <dsp:spPr>
        <a:xfrm>
          <a:off x="6309792" y="2544390"/>
          <a:ext cx="1968611" cy="6004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th-TH" sz="1700" kern="1200"/>
            <a:t>ชิดซ้าย/ขวา/กลาง</a:t>
          </a:r>
        </a:p>
      </dsp:txBody>
      <dsp:txXfrm>
        <a:off x="6309792" y="2544390"/>
        <a:ext cx="1968611" cy="600426"/>
      </dsp:txXfrm>
    </dsp:sp>
    <dsp:sp modelId="{D55B1F1F-C461-4C8B-88F6-BFBD15EDF151}">
      <dsp:nvSpPr>
        <dsp:cNvPr id="0" name=""/>
        <dsp:cNvSpPr/>
      </dsp:nvSpPr>
      <dsp:spPr>
        <a:xfrm>
          <a:off x="6309792" y="3390893"/>
          <a:ext cx="1968611" cy="6004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Wrap Text (</a:t>
          </a:r>
          <a:r>
            <a:rPr lang="th-TH" sz="1700" kern="1200" dirty="0"/>
            <a:t>ตัดคำ) / </a:t>
          </a:r>
          <a:r>
            <a:rPr lang="en-US" sz="1700" kern="1200" dirty="0"/>
            <a:t>Merge Cells (</a:t>
          </a:r>
          <a:r>
            <a:rPr lang="th-TH" sz="1700" kern="1200" dirty="0"/>
            <a:t>ผสานเซลล์)</a:t>
          </a:r>
        </a:p>
      </dsp:txBody>
      <dsp:txXfrm>
        <a:off x="6309792" y="3390893"/>
        <a:ext cx="1968611" cy="600426"/>
      </dsp:txXfrm>
    </dsp:sp>
    <dsp:sp modelId="{4B18A16B-4724-49FE-A22C-6F98E8DAC578}">
      <dsp:nvSpPr>
        <dsp:cNvPr id="0" name=""/>
        <dsp:cNvSpPr/>
      </dsp:nvSpPr>
      <dsp:spPr>
        <a:xfrm>
          <a:off x="3947458" y="4660648"/>
          <a:ext cx="1968611" cy="6004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b="1" kern="1200" dirty="0"/>
            <a:t>Protection (</a:t>
          </a:r>
          <a:r>
            <a:rPr lang="th-TH" sz="1700" b="1" kern="1200" dirty="0"/>
            <a:t>การป้องกัน)</a:t>
          </a:r>
          <a:endParaRPr lang="th-TH" sz="1700" kern="1200" dirty="0"/>
        </a:p>
      </dsp:txBody>
      <dsp:txXfrm>
        <a:off x="3947458" y="4660648"/>
        <a:ext cx="1968611" cy="600426"/>
      </dsp:txXfrm>
    </dsp:sp>
    <dsp:sp modelId="{3BCB1D5F-8CE0-48AA-9518-106C74440184}">
      <dsp:nvSpPr>
        <dsp:cNvPr id="0" name=""/>
        <dsp:cNvSpPr/>
      </dsp:nvSpPr>
      <dsp:spPr>
        <a:xfrm>
          <a:off x="6309792" y="4237396"/>
          <a:ext cx="1968611" cy="6004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Locked (</a:t>
          </a:r>
          <a:r>
            <a:rPr lang="th-TH" sz="1700" kern="1200" dirty="0"/>
            <a:t>ล็อกเซลล์)</a:t>
          </a:r>
        </a:p>
      </dsp:txBody>
      <dsp:txXfrm>
        <a:off x="6309792" y="4237396"/>
        <a:ext cx="1968611" cy="600426"/>
      </dsp:txXfrm>
    </dsp:sp>
    <dsp:sp modelId="{C8B953B3-CD96-4E02-84D5-C58552E2DF36}">
      <dsp:nvSpPr>
        <dsp:cNvPr id="0" name=""/>
        <dsp:cNvSpPr/>
      </dsp:nvSpPr>
      <dsp:spPr>
        <a:xfrm>
          <a:off x="6309792" y="5083899"/>
          <a:ext cx="1968611" cy="6004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Hidden (</a:t>
          </a:r>
          <a:r>
            <a:rPr lang="th-TH" sz="1700" kern="1200" dirty="0"/>
            <a:t>ซ่อนสูตร)</a:t>
          </a:r>
        </a:p>
      </dsp:txBody>
      <dsp:txXfrm>
        <a:off x="6309792" y="5083899"/>
        <a:ext cx="1968611" cy="600426"/>
      </dsp:txXfrm>
    </dsp:sp>
    <dsp:sp modelId="{E466191F-5EA6-4138-BCC3-5359B0102B68}">
      <dsp:nvSpPr>
        <dsp:cNvPr id="0" name=""/>
        <dsp:cNvSpPr/>
      </dsp:nvSpPr>
      <dsp:spPr>
        <a:xfrm>
          <a:off x="3947458" y="5930403"/>
          <a:ext cx="1968611" cy="6004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b="1" kern="1200" dirty="0"/>
            <a:t>Validation (</a:t>
          </a:r>
          <a:r>
            <a:rPr lang="th-TH" sz="1700" b="1" kern="1200" dirty="0"/>
            <a:t>กฎข้อมูล)</a:t>
          </a:r>
          <a:endParaRPr lang="th-TH" sz="1700" kern="1200" dirty="0"/>
        </a:p>
      </dsp:txBody>
      <dsp:txXfrm>
        <a:off x="3947458" y="5930403"/>
        <a:ext cx="1968611" cy="600426"/>
      </dsp:txXfrm>
    </dsp:sp>
    <dsp:sp modelId="{8D5E1939-E6A1-4F7F-95F3-E6F72A174736}">
      <dsp:nvSpPr>
        <dsp:cNvPr id="0" name=""/>
        <dsp:cNvSpPr/>
      </dsp:nvSpPr>
      <dsp:spPr>
        <a:xfrm>
          <a:off x="6309792" y="5930403"/>
          <a:ext cx="1968611" cy="6004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kern="1200" dirty="0"/>
            <a:t>Data Validation (</a:t>
          </a:r>
          <a:r>
            <a:rPr lang="th-TH" sz="1700" kern="1200" dirty="0"/>
            <a:t>จำกัดสิ่งที่กรอกได้)</a:t>
          </a:r>
        </a:p>
      </dsp:txBody>
      <dsp:txXfrm>
        <a:off x="6309792" y="5930403"/>
        <a:ext cx="1968611" cy="6004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957BBF-E697-4E88-BDBB-8D67B611E292}">
      <dsp:nvSpPr>
        <dsp:cNvPr id="0" name=""/>
        <dsp:cNvSpPr/>
      </dsp:nvSpPr>
      <dsp:spPr>
        <a:xfrm>
          <a:off x="5249" y="2469285"/>
          <a:ext cx="3055966" cy="122238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1. Data Storage (</a:t>
          </a:r>
          <a:r>
            <a:rPr lang="th-TH" sz="1800" kern="1200" dirty="0"/>
            <a:t>ต้นน้ำ: การเก็บข้อมูลและฐานข้อมูล)</a:t>
          </a:r>
          <a:endParaRPr lang="en-US" sz="1800" kern="1200" dirty="0"/>
        </a:p>
      </dsp:txBody>
      <dsp:txXfrm>
        <a:off x="616442" y="2469285"/>
        <a:ext cx="1833580" cy="1222386"/>
      </dsp:txXfrm>
    </dsp:sp>
    <dsp:sp modelId="{FA48B935-448B-49B6-B2CD-4261BE012359}">
      <dsp:nvSpPr>
        <dsp:cNvPr id="0" name=""/>
        <dsp:cNvSpPr/>
      </dsp:nvSpPr>
      <dsp:spPr>
        <a:xfrm>
          <a:off x="2755619" y="2469285"/>
          <a:ext cx="3055966" cy="122238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2. Data Manipulation &amp; Retrieval (</a:t>
          </a:r>
          <a:r>
            <a:rPr lang="th-TH" sz="1800" kern="1200" dirty="0"/>
            <a:t>กลางน้ำ: การจัดการและดึงข้อมูล)</a:t>
          </a:r>
          <a:endParaRPr lang="en-US" sz="1800" kern="1200" dirty="0"/>
        </a:p>
      </dsp:txBody>
      <dsp:txXfrm>
        <a:off x="3366812" y="2469285"/>
        <a:ext cx="1833580" cy="1222386"/>
      </dsp:txXfrm>
    </dsp:sp>
    <dsp:sp modelId="{FA80D5BE-188D-43B1-AF9C-2339775AEBD0}">
      <dsp:nvSpPr>
        <dsp:cNvPr id="0" name=""/>
        <dsp:cNvSpPr/>
      </dsp:nvSpPr>
      <dsp:spPr>
        <a:xfrm>
          <a:off x="5505988" y="2469285"/>
          <a:ext cx="3055966" cy="122238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3. Calculation &amp; Analysis (</a:t>
          </a:r>
          <a:r>
            <a:rPr lang="th-TH" sz="1800" kern="1200" dirty="0"/>
            <a:t>กลางน้ำ: การคำนวณและวิเคราะห์)</a:t>
          </a:r>
          <a:endParaRPr lang="en-US" sz="1800" kern="1200" dirty="0"/>
        </a:p>
      </dsp:txBody>
      <dsp:txXfrm>
        <a:off x="6117181" y="2469285"/>
        <a:ext cx="1833580" cy="1222386"/>
      </dsp:txXfrm>
    </dsp:sp>
    <dsp:sp modelId="{94AC7049-1EBC-47E0-B3D8-A01454738AE7}">
      <dsp:nvSpPr>
        <dsp:cNvPr id="0" name=""/>
        <dsp:cNvSpPr/>
      </dsp:nvSpPr>
      <dsp:spPr>
        <a:xfrm>
          <a:off x="8256358" y="2469285"/>
          <a:ext cx="3055966" cy="122238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4. Presentation &amp; Reporting (</a:t>
          </a:r>
          <a:r>
            <a:rPr lang="th-TH" sz="1800" kern="1200" dirty="0"/>
            <a:t>ปลายน้ำ: การนำเสนอและ</a:t>
          </a:r>
          <a:r>
            <a:rPr lang="th-TH" sz="1800" kern="1200"/>
            <a:t>สรุปผล)</a:t>
          </a:r>
          <a:endParaRPr lang="en-US" sz="1800" kern="1200" dirty="0"/>
        </a:p>
      </dsp:txBody>
      <dsp:txXfrm>
        <a:off x="8867551" y="2469285"/>
        <a:ext cx="1833580" cy="12223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E7CD8-32E8-4034-7B03-890F8B0CB8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F2226D-748F-A2B7-C096-EF68F0473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4AB66-EC95-A435-C6DD-48B0ED239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9D792-8E26-417E-8D1C-F3DFA7FD77A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F503E-780B-13B5-68CD-EB709E44F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102E1-E6E7-6953-7FA9-E57F6606B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8304-E941-436A-93B8-784B6C8E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45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5FAAA-575B-FC39-DDDA-7B4F387A6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4E09F-7B04-0C2D-7412-BFF757DF2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B5CC9-D9C6-3989-C72F-8001185E6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9D792-8E26-417E-8D1C-F3DFA7FD77A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9956D-8386-B371-3441-679CEAC84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498CE-B82A-1BCD-B5BE-E8968BB90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8304-E941-436A-93B8-784B6C8E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98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1FC87-0CE1-9B42-8021-1880E2B83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4A794-F346-3FDD-B815-FA24C1330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69A22-A3AC-E70C-2ED4-7F2FE3E1B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9D792-8E26-417E-8D1C-F3DFA7FD77A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A1231-CF21-94E5-B515-7DE080716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67E6-D79F-B0B7-CDBC-AB02F5DCF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8304-E941-436A-93B8-784B6C8E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383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8301C-39F4-1A24-24E5-99CE5ADE2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E18A9-0823-C9D0-6D90-C463CB85EE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E14D6-D275-AF44-B458-ED7C7D33C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8B467-16D1-B865-E7DD-768EB46FE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9D792-8E26-417E-8D1C-F3DFA7FD77A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50930-885A-7970-88E2-76A0C0820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7303C-7644-B58A-7B5B-6BB4203E5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8304-E941-436A-93B8-784B6C8E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35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802EA-3B46-A83F-AFC2-476B237A1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50861-D349-C1B6-9858-F359CD6BD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25C4A-45CA-E43F-C53D-5BB6A61FB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D8E931-0848-C648-85BA-17097C3B2D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897896-BA8B-4EB9-4C4E-147EFB50A8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C0AA60-1392-F190-E31F-FBA8078F6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9D792-8E26-417E-8D1C-F3DFA7FD77A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6A4A6A-0C69-12C1-588F-5838D807F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E62F7D-6945-8B7A-A645-981FBBCFB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8304-E941-436A-93B8-784B6C8E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04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90F26-D643-1A9E-E31A-2A3B5E5F3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8E52B3-7937-E600-1259-23428F3ED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9D792-8E26-417E-8D1C-F3DFA7FD77A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248D19-F6F3-39C3-1E81-071B37157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F0CB1-12C0-D804-7B88-99AA964E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8304-E941-436A-93B8-784B6C8E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366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0FFC8-D33F-06AA-1748-77A502E8B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9D792-8E26-417E-8D1C-F3DFA7FD77A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30DCC-759D-064B-F0D6-7B08AC0F3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852C9-B26B-589C-9909-BFA04704D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8304-E941-436A-93B8-784B6C8E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83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19A40-35A1-7C01-69FB-D2EC643B9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1E317-5CAD-6952-C501-55CDAB40B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01CC4-DEFD-C0EE-C6BA-3662373F7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42D41-7769-7962-8A07-7ABB07D72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9D792-8E26-417E-8D1C-F3DFA7FD77A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EABE6-2B8D-B4A3-3889-B5E736887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61F2E-F652-5258-143C-A505296C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8304-E941-436A-93B8-784B6C8E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583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3BFB6-E574-6DE9-9CCB-9F9B845EA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4A2B7C-7B81-897D-0DE0-9774737BF4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52C79-BFE1-86F6-EF33-A985F171B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C9400-50A0-FB4C-9376-C5F56F5BF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9D792-8E26-417E-8D1C-F3DFA7FD77A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61578-6F05-63FA-98A5-A6F18B7D7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61FD4-082B-929B-0D9F-06C085D3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8304-E941-436A-93B8-784B6C8E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92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D2A3E-3C07-18A6-BF2B-A41C17DF1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CC1A43-E597-8C3F-983E-F2FECB899E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B6D05-D125-977F-E944-82C132FCC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9D792-8E26-417E-8D1C-F3DFA7FD77A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DF712-B6E8-3E93-DFB3-390EB21FE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85CDC-EAB3-7D2C-578A-8D0809818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8304-E941-436A-93B8-784B6C8E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51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36693-1E07-5C7B-BAA6-F0E625F0B2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651289-DEBE-941D-5EE3-2993F396F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C0FFC-452E-4459-E212-F8490A2E1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9D792-8E26-417E-8D1C-F3DFA7FD77A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20232-733C-8157-BB3E-E5CE0C63C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931F8-0F69-8C8B-B3D2-60CE0B7DC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8304-E941-436A-93B8-784B6C8E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702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0B0E16-C287-BB94-07A5-602CFFCBC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82052-5AD5-381D-9094-F085CF3CA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7BE29-0946-56AD-2DA4-FE6031ECEF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59D792-8E26-417E-8D1C-F3DFA7FD77AE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51AD2-36EE-E4A8-1578-6569EE618F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ECE25-F282-B6EF-A898-61847D17F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C8304-E941-436A-93B8-784B6C8EB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49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F65533-7196-B10E-1857-A880CAD76DD6}"/>
              </a:ext>
            </a:extLst>
          </p:cNvPr>
          <p:cNvSpPr/>
          <p:nvPr/>
        </p:nvSpPr>
        <p:spPr>
          <a:xfrm>
            <a:off x="4418699" y="1408358"/>
            <a:ext cx="31147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Chapter1</a:t>
            </a:r>
          </a:p>
        </p:txBody>
      </p:sp>
    </p:spTree>
    <p:extLst>
      <p:ext uri="{BB962C8B-B14F-4D97-AF65-F5344CB8AC3E}">
        <p14:creationId xmlns:p14="http://schemas.microsoft.com/office/powerpoint/2010/main" val="3026860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D138CBE-9990-B179-CE01-44827A6D85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374082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2345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78CB7-E11A-90E5-2424-CDB5F663C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7D0813F-4379-6F0D-0869-7A1F2ED378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086012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2536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5E7FDE8-9B85-0203-0585-25A0BA94E9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5459244"/>
              </p:ext>
            </p:extLst>
          </p:nvPr>
        </p:nvGraphicFramePr>
        <p:xfrm>
          <a:off x="719528" y="239844"/>
          <a:ext cx="10987790" cy="6340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4519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5492ADA-2CC1-5552-67D8-EE35B1162F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3869727"/>
              </p:ext>
            </p:extLst>
          </p:nvPr>
        </p:nvGraphicFramePr>
        <p:xfrm>
          <a:off x="1573967" y="119921"/>
          <a:ext cx="9863528" cy="65357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2600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2EA214F-7063-DF94-F242-D4804794FA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8100130"/>
              </p:ext>
            </p:extLst>
          </p:nvPr>
        </p:nvGraphicFramePr>
        <p:xfrm>
          <a:off x="638744" y="1525389"/>
          <a:ext cx="11317574" cy="61609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B2E3FC9-90F1-5C2E-3E47-8232A135E970}"/>
              </a:ext>
            </a:extLst>
          </p:cNvPr>
          <p:cNvSpPr/>
          <p:nvPr/>
        </p:nvSpPr>
        <p:spPr>
          <a:xfrm>
            <a:off x="2154264" y="224852"/>
            <a:ext cx="8286534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/>
              <a:t>4 Segments: </a:t>
            </a:r>
          </a:p>
          <a:p>
            <a:pPr algn="ctr"/>
            <a:r>
              <a:rPr lang="th-TH" sz="5400" dirty="0"/>
              <a:t>วัฏจักรการทำงานบน </a:t>
            </a:r>
            <a:r>
              <a:rPr lang="en-US" sz="5400" dirty="0"/>
              <a:t>MS Excel </a:t>
            </a:r>
          </a:p>
          <a:p>
            <a:pPr algn="ctr"/>
            <a:r>
              <a:rPr lang="en-US" sz="5400" dirty="0"/>
              <a:t>(The Excel Workflow)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6976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F482F3-E2BE-7CAE-1ABF-7E954A5C8194}"/>
              </a:ext>
            </a:extLst>
          </p:cNvPr>
          <p:cNvSpPr/>
          <p:nvPr/>
        </p:nvSpPr>
        <p:spPr>
          <a:xfrm>
            <a:off x="4418699" y="1408358"/>
            <a:ext cx="31147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Chapter2</a:t>
            </a:r>
          </a:p>
        </p:txBody>
      </p:sp>
    </p:spTree>
    <p:extLst>
      <p:ext uri="{BB962C8B-B14F-4D97-AF65-F5344CB8AC3E}">
        <p14:creationId xmlns:p14="http://schemas.microsoft.com/office/powerpoint/2010/main" val="2576097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7CFDD-FE10-5372-5AB3-9584F05A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C4BDA3-D20C-DDE0-7CF3-7F3A7831C1E1}"/>
              </a:ext>
            </a:extLst>
          </p:cNvPr>
          <p:cNvSpPr txBox="1"/>
          <p:nvPr/>
        </p:nvSpPr>
        <p:spPr>
          <a:xfrm>
            <a:off x="948194" y="2608289"/>
            <a:ext cx="1047431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th-TH" sz="2800" dirty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* **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Concept:** "</a:t>
            </a:r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ขยะเข้า ขยะออก" (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Garbage In, Garbage Out) </a:t>
            </a:r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ถ้าเก็บข้อมูลไม่ดี ก็เอาไปใช้อย่างอื่นไม่ได้</a:t>
            </a:r>
          </a:p>
          <a:p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* **เนื้อหาหลัก:**</a:t>
            </a:r>
          </a:p>
          <a:p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    * **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Structure:** </a:t>
            </a:r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การวางหัวตาราง (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Header) </a:t>
            </a:r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และข้อมูลแบบแนวดิ่ง (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Records)</a:t>
            </a:r>
          </a:p>
          <a:p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    * **Database Mindset:** 1 </a:t>
            </a:r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แถว = 1 รายการ, 1 คอลัมน์ = 1 ประเภทข้อมูล</a:t>
            </a:r>
          </a:p>
          <a:p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    * **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Data Validation:** </a:t>
            </a:r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การสร้าง 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Dropdown list </a:t>
            </a:r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เพื่อจำกัดข้อมูลให้ถูกต้องตั้งแต่ตอนกรอก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F13902-9DA0-C062-8C54-29D78F0CAE8B}"/>
              </a:ext>
            </a:extLst>
          </p:cNvPr>
          <p:cNvSpPr/>
          <p:nvPr/>
        </p:nvSpPr>
        <p:spPr>
          <a:xfrm>
            <a:off x="1171556" y="688830"/>
            <a:ext cx="10774103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914400" indent="-914400">
              <a:buAutoNum type="arabicPeriod"/>
            </a:pPr>
            <a:r>
              <a:rPr lang="en-US" sz="5400" dirty="0">
                <a:latin typeface="CordiaUPC" panose="020B0304020202020204" pitchFamily="34" charset="-34"/>
                <a:cs typeface="CordiaUPC" panose="020B0304020202020204" pitchFamily="34" charset="-34"/>
              </a:rPr>
              <a:t>Data Storage </a:t>
            </a:r>
          </a:p>
          <a:p>
            <a:r>
              <a:rPr lang="en-US" sz="5400" dirty="0">
                <a:latin typeface="CordiaUPC" panose="020B0304020202020204" pitchFamily="34" charset="-34"/>
                <a:cs typeface="CordiaUPC" panose="020B0304020202020204" pitchFamily="34" charset="-34"/>
              </a:rPr>
              <a:t>(</a:t>
            </a:r>
            <a:r>
              <a:rPr lang="th-TH" sz="5400" dirty="0">
                <a:latin typeface="CordiaUPC" panose="020B0304020202020204" pitchFamily="34" charset="-34"/>
                <a:cs typeface="CordiaUPC" panose="020B0304020202020204" pitchFamily="34" charset="-34"/>
              </a:rPr>
              <a:t>ต้นน้ำ: การเก็บข้อมูล</a:t>
            </a:r>
            <a:r>
              <a:rPr lang="en-US" sz="5400" dirty="0">
                <a:latin typeface="CordiaUPC" panose="020B0304020202020204" pitchFamily="34" charset="-34"/>
                <a:cs typeface="CordiaUPC" panose="020B0304020202020204" pitchFamily="34" charset="-34"/>
              </a:rPr>
              <a:t> </a:t>
            </a:r>
            <a:r>
              <a:rPr lang="th-TH" sz="5400" dirty="0">
                <a:latin typeface="CordiaUPC" panose="020B0304020202020204" pitchFamily="34" charset="-34"/>
                <a:cs typeface="CordiaUPC" panose="020B0304020202020204" pitchFamily="34" charset="-34"/>
              </a:rPr>
              <a:t>การนำเข้า นำออก และฐานข้อมูล)</a:t>
            </a:r>
            <a:endParaRPr lang="th-TH" sz="5400" dirty="0"/>
          </a:p>
        </p:txBody>
      </p:sp>
    </p:spTree>
    <p:extLst>
      <p:ext uri="{BB962C8B-B14F-4D97-AF65-F5344CB8AC3E}">
        <p14:creationId xmlns:p14="http://schemas.microsoft.com/office/powerpoint/2010/main" val="2719403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1742A-5DD4-AFDD-4B3E-F8B646BAE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65655C-E9FA-38C3-3CFF-D2A9CAD0E134}"/>
              </a:ext>
            </a:extLst>
          </p:cNvPr>
          <p:cNvSpPr txBox="1"/>
          <p:nvPr/>
        </p:nvSpPr>
        <p:spPr>
          <a:xfrm>
            <a:off x="948194" y="2608289"/>
            <a:ext cx="1047431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th-TH" sz="2800" dirty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* **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Concept:** </a:t>
            </a:r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การเตรียมวัตถุดิบให้พร้อมก่อนปรุง</a:t>
            </a:r>
          </a:p>
          <a:p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* **เนื้อหาหลัก:**</a:t>
            </a:r>
          </a:p>
          <a:p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    * **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Sorting &amp; Filtering:** </a:t>
            </a:r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การเรียงลำดับ (ก-ฮ / มากไปน้อย) และการกรองเอาเฉพาะสิ่งที่สนใจ</a:t>
            </a:r>
          </a:p>
          <a:p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    * **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Data Retrieval:** </a:t>
            </a:r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การดึงข้อมูลข้าม 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Sheet </a:t>
            </a:r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หรือข้ามไฟล์ (ใช้สูตรยอดฮิตอย่าง 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VLOOKUP, XLOOKUP </a:t>
            </a:r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หรือ 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Index Match)</a:t>
            </a:r>
          </a:p>
          <a:p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    * **Data Cleaning:** </a:t>
            </a:r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การลบข้อมูลซ้ำ (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Remove Duplicates) </a:t>
            </a:r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หรือการแยกข้อความ (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Text to Columns)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35105C-5ED8-FF77-C152-E4CD7E949B87}"/>
              </a:ext>
            </a:extLst>
          </p:cNvPr>
          <p:cNvSpPr/>
          <p:nvPr/>
        </p:nvSpPr>
        <p:spPr>
          <a:xfrm>
            <a:off x="1329452" y="688830"/>
            <a:ext cx="681629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dirty="0">
                <a:latin typeface="CordiaUPC" panose="020B0304020202020204" pitchFamily="34" charset="-34"/>
                <a:cs typeface="CordiaUPC" panose="020B0304020202020204" pitchFamily="34" charset="-34"/>
              </a:rPr>
              <a:t>2. Data Manipulation &amp; Retrieval </a:t>
            </a:r>
          </a:p>
          <a:p>
            <a:pPr algn="ctr"/>
            <a:r>
              <a:rPr lang="en-US" sz="5400" dirty="0">
                <a:latin typeface="CordiaUPC" panose="020B0304020202020204" pitchFamily="34" charset="-34"/>
                <a:cs typeface="CordiaUPC" panose="020B0304020202020204" pitchFamily="34" charset="-34"/>
              </a:rPr>
              <a:t>(</a:t>
            </a:r>
            <a:r>
              <a:rPr lang="th-TH" sz="5400" dirty="0">
                <a:latin typeface="CordiaUPC" panose="020B0304020202020204" pitchFamily="34" charset="-34"/>
                <a:cs typeface="CordiaUPC" panose="020B0304020202020204" pitchFamily="34" charset="-34"/>
              </a:rPr>
              <a:t>กลางน้ำ: การจัดการและดึงข้อมูล)</a:t>
            </a:r>
            <a:endParaRPr lang="th-TH" sz="5400" dirty="0"/>
          </a:p>
        </p:txBody>
      </p:sp>
    </p:spTree>
    <p:extLst>
      <p:ext uri="{BB962C8B-B14F-4D97-AF65-F5344CB8AC3E}">
        <p14:creationId xmlns:p14="http://schemas.microsoft.com/office/powerpoint/2010/main" val="1054559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D52CB-C1DA-C008-5EDA-DE0D12BE4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D8BDE6-FAD4-F4A7-DAA8-768436A7A767}"/>
              </a:ext>
            </a:extLst>
          </p:cNvPr>
          <p:cNvSpPr txBox="1"/>
          <p:nvPr/>
        </p:nvSpPr>
        <p:spPr>
          <a:xfrm>
            <a:off x="948194" y="2608289"/>
            <a:ext cx="994965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th-TH" sz="2800" dirty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* **เนื้อหาหลัก:**</a:t>
            </a:r>
          </a:p>
          <a:p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    * **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Basic Formula:** </a:t>
            </a:r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บวก ลบ คูณ หาร และสูตรพื้นฐาน (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SUM, AVERAGE, COUNT)</a:t>
            </a:r>
          </a:p>
          <a:p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    * **Logical Functions:** </a:t>
            </a:r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การใช้เงื่อนไขเพื่อช่วยตัดสินใจ (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IF, AND, OR)</a:t>
            </a:r>
          </a:p>
          <a:p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    * **Advanced Analysis:** </a:t>
            </a:r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การสรุปผลข้อมูลจำนวนมากด้วย **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PivotTable** (</a:t>
            </a:r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ซึ่งเป็นหัวใจสำคัญของ 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Excel Advance)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56B131-8715-9159-7B4C-AE9DFED11120}"/>
              </a:ext>
            </a:extLst>
          </p:cNvPr>
          <p:cNvSpPr/>
          <p:nvPr/>
        </p:nvSpPr>
        <p:spPr>
          <a:xfrm>
            <a:off x="948194" y="688830"/>
            <a:ext cx="7578806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dirty="0"/>
              <a:t>3. Calculation &amp; Analysis</a:t>
            </a:r>
          </a:p>
          <a:p>
            <a:pPr algn="ctr"/>
            <a:r>
              <a:rPr lang="en-US" sz="5400" dirty="0"/>
              <a:t> (</a:t>
            </a:r>
            <a:r>
              <a:rPr lang="th-TH" sz="5400" dirty="0"/>
              <a:t>กลางน้ำ: การคำนวณและวิเคราะห์)</a:t>
            </a:r>
          </a:p>
        </p:txBody>
      </p:sp>
    </p:spTree>
    <p:extLst>
      <p:ext uri="{BB962C8B-B14F-4D97-AF65-F5344CB8AC3E}">
        <p14:creationId xmlns:p14="http://schemas.microsoft.com/office/powerpoint/2010/main" val="1359744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EFE02-3FC8-2A3A-F0FD-E2E69199F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1CE1F2-7575-85B6-E315-B1EA8E677CBA}"/>
              </a:ext>
            </a:extLst>
          </p:cNvPr>
          <p:cNvSpPr txBox="1"/>
          <p:nvPr/>
        </p:nvSpPr>
        <p:spPr>
          <a:xfrm>
            <a:off x="1482756" y="2840763"/>
            <a:ext cx="9877502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th-TH" dirty="0"/>
          </a:p>
          <a:p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* **เนื้อหาหลัก:**</a:t>
            </a:r>
          </a:p>
          <a:p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    * **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Summary Tables:** </a:t>
            </a:r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การทำตารางสรุปผลที่ดูง่าย</a:t>
            </a:r>
          </a:p>
          <a:p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    * **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Data Visualization:** </a:t>
            </a:r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การใช้ 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Graph/Chart (</a:t>
            </a:r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แท่ง, เส้น, วงกลม) ให้เหมาะสมกับข้อมูล</a:t>
            </a:r>
          </a:p>
          <a:p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    * **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Conditional Formatting:** </a:t>
            </a:r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การใช้สีช่วยเน้นข้อมูล (เช่น ยอดขายต่ำกว่าเป้าให้เป็นสีแดง)</a:t>
            </a:r>
          </a:p>
          <a:p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    * **</a:t>
            </a:r>
            <a:r>
              <a:rPr lang="en-US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Dashboard:** </a:t>
            </a:r>
            <a:r>
              <a:rPr lang="th-TH" sz="2800" dirty="0">
                <a:latin typeface="CordiaUPC" panose="020B0304020202020204" pitchFamily="34" charset="-34"/>
                <a:cs typeface="CordiaUPC" panose="020B0304020202020204" pitchFamily="34" charset="-34"/>
              </a:rPr>
              <a:t>การรวมสรุปผลทุกอย่างไว้ในหน้าเดียว</a:t>
            </a:r>
            <a:endParaRPr lang="en-US" sz="2800" dirty="0">
              <a:latin typeface="CordiaUPC" panose="020B0304020202020204" pitchFamily="34" charset="-34"/>
              <a:cs typeface="CordiaUPC" panose="020B0304020202020204" pitchFamily="34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01679B-FDE8-BD35-19B1-A54F2E77D8DD}"/>
              </a:ext>
            </a:extLst>
          </p:cNvPr>
          <p:cNvSpPr/>
          <p:nvPr/>
        </p:nvSpPr>
        <p:spPr>
          <a:xfrm>
            <a:off x="510800" y="688830"/>
            <a:ext cx="8453596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dirty="0"/>
              <a:t>4. Presentation &amp; Reporting </a:t>
            </a:r>
          </a:p>
          <a:p>
            <a:pPr algn="ctr"/>
            <a:r>
              <a:rPr lang="en-US" sz="5400" dirty="0"/>
              <a:t>(</a:t>
            </a:r>
            <a:r>
              <a:rPr lang="th-TH" sz="5400" dirty="0"/>
              <a:t>ปลายน้ำ: การนำเสนอและสรุปผล)</a:t>
            </a:r>
          </a:p>
        </p:txBody>
      </p:sp>
    </p:spTree>
    <p:extLst>
      <p:ext uri="{BB962C8B-B14F-4D97-AF65-F5344CB8AC3E}">
        <p14:creationId xmlns:p14="http://schemas.microsoft.com/office/powerpoint/2010/main" val="2248581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60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0B76F-B5C6-8C52-2224-03051142B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156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86FFE-E478-BCFA-35BB-8D3653B2A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000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877</Words>
  <Application>Microsoft Office PowerPoint</Application>
  <PresentationFormat>Widescreen</PresentationFormat>
  <Paragraphs>96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CordiaUPC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tepakorn khemthong</dc:creator>
  <cp:lastModifiedBy>tepakorn khemthong</cp:lastModifiedBy>
  <cp:revision>5</cp:revision>
  <dcterms:created xsi:type="dcterms:W3CDTF">2026-03-20T06:02:47Z</dcterms:created>
  <dcterms:modified xsi:type="dcterms:W3CDTF">2026-03-23T03:48:33Z</dcterms:modified>
</cp:coreProperties>
</file>